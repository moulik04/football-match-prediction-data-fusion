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4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5"/>
    <p:restoredTop sz="94737"/>
  </p:normalViewPr>
  <p:slideViewPr>
    <p:cSldViewPr snapToGrid="0">
      <p:cViewPr varScale="1">
        <p:scale>
          <a:sx n="111" d="100"/>
          <a:sy n="111" d="100"/>
        </p:scale>
        <p:origin x="24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D1BFB-B6EB-4669-8AFF-90086D0C82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A62A93A-5C97-4786-B004-24823E1A099A}">
      <dgm:prSet/>
      <dgm:spPr/>
      <dgm:t>
        <a:bodyPr/>
        <a:lstStyle/>
        <a:p>
          <a:r>
            <a:rPr lang="en-US" b="0" i="0" baseline="0"/>
            <a:t>Real-world motivation: clubs and analysts want better short-term match outcome forecasts for strategy and betting markets.</a:t>
          </a:r>
          <a:endParaRPr lang="en-US"/>
        </a:p>
      </dgm:t>
    </dgm:pt>
    <dgm:pt modelId="{6E4F2214-368B-4966-B656-D069021A6AD7}" type="parTrans" cxnId="{ADF34D95-955B-4821-975C-3485BD50E15E}">
      <dgm:prSet/>
      <dgm:spPr/>
      <dgm:t>
        <a:bodyPr/>
        <a:lstStyle/>
        <a:p>
          <a:endParaRPr lang="en-US"/>
        </a:p>
      </dgm:t>
    </dgm:pt>
    <dgm:pt modelId="{E4F657AB-E127-4BFD-A7D6-8E39A867745E}" type="sibTrans" cxnId="{ADF34D95-955B-4821-975C-3485BD50E15E}">
      <dgm:prSet/>
      <dgm:spPr/>
      <dgm:t>
        <a:bodyPr/>
        <a:lstStyle/>
        <a:p>
          <a:endParaRPr lang="en-US"/>
        </a:p>
      </dgm:t>
    </dgm:pt>
    <dgm:pt modelId="{522800B2-6EA1-4972-9A8A-34D661AE84B3}">
      <dgm:prSet/>
      <dgm:spPr/>
      <dgm:t>
        <a:bodyPr/>
        <a:lstStyle/>
        <a:p>
          <a:r>
            <a:rPr lang="en-US" b="0" i="0" baseline="0"/>
            <a:t>Research question: Can combining (fusing) heterogeneous football data sources improve match outcome predictive performance vs. single-source models?</a:t>
          </a:r>
          <a:endParaRPr lang="en-US"/>
        </a:p>
      </dgm:t>
    </dgm:pt>
    <dgm:pt modelId="{FE8D5971-552F-41E6-9A44-577D2840BE1D}" type="parTrans" cxnId="{8667A88C-59AB-4E4A-9D1C-6B0CFE80B53E}">
      <dgm:prSet/>
      <dgm:spPr/>
      <dgm:t>
        <a:bodyPr/>
        <a:lstStyle/>
        <a:p>
          <a:endParaRPr lang="en-US"/>
        </a:p>
      </dgm:t>
    </dgm:pt>
    <dgm:pt modelId="{6439071A-8F14-41B3-8EEF-26698D01AC89}" type="sibTrans" cxnId="{8667A88C-59AB-4E4A-9D1C-6B0CFE80B53E}">
      <dgm:prSet/>
      <dgm:spPr/>
      <dgm:t>
        <a:bodyPr/>
        <a:lstStyle/>
        <a:p>
          <a:endParaRPr lang="en-US"/>
        </a:p>
      </dgm:t>
    </dgm:pt>
    <dgm:pt modelId="{F7BCBEB4-3250-42D0-B057-AE805C86FC7A}">
      <dgm:prSet/>
      <dgm:spPr/>
      <dgm:t>
        <a:bodyPr/>
        <a:lstStyle/>
        <a:p>
          <a:r>
            <a:rPr lang="en-US" b="0" i="0" baseline="0"/>
            <a:t>Hypothesis: Data integration of match-level, player-level, and tracking features will significantly improve predictive metrics (AUC, Brier score, F1) for match outcome prediction.</a:t>
          </a:r>
          <a:endParaRPr lang="en-US"/>
        </a:p>
      </dgm:t>
    </dgm:pt>
    <dgm:pt modelId="{43F6B523-C38B-44B1-B305-852A5ADE8F93}" type="parTrans" cxnId="{653F87A1-C97C-4825-A7FC-EDD29EDB499C}">
      <dgm:prSet/>
      <dgm:spPr/>
      <dgm:t>
        <a:bodyPr/>
        <a:lstStyle/>
        <a:p>
          <a:endParaRPr lang="en-US"/>
        </a:p>
      </dgm:t>
    </dgm:pt>
    <dgm:pt modelId="{07ECF1DD-0068-49CB-B95B-FDFC76A46544}" type="sibTrans" cxnId="{653F87A1-C97C-4825-A7FC-EDD29EDB499C}">
      <dgm:prSet/>
      <dgm:spPr/>
      <dgm:t>
        <a:bodyPr/>
        <a:lstStyle/>
        <a:p>
          <a:endParaRPr lang="en-US"/>
        </a:p>
      </dgm:t>
    </dgm:pt>
    <dgm:pt modelId="{F16224B1-C32E-4F70-9693-2C40D3F44281}" type="pres">
      <dgm:prSet presAssocID="{AEAD1BFB-B6EB-4669-8AFF-90086D0C8229}" presName="root" presStyleCnt="0">
        <dgm:presLayoutVars>
          <dgm:dir/>
          <dgm:resizeHandles val="exact"/>
        </dgm:presLayoutVars>
      </dgm:prSet>
      <dgm:spPr/>
    </dgm:pt>
    <dgm:pt modelId="{8E94E835-52D6-4FF6-B937-F630E81D96B4}" type="pres">
      <dgm:prSet presAssocID="{DA62A93A-5C97-4786-B004-24823E1A099A}" presName="compNode" presStyleCnt="0"/>
      <dgm:spPr/>
    </dgm:pt>
    <dgm:pt modelId="{06B84DEA-D3C0-4171-9860-E17406DD4CAF}" type="pres">
      <dgm:prSet presAssocID="{DA62A93A-5C97-4786-B004-24823E1A099A}" presName="bgRect" presStyleLbl="bgShp" presStyleIdx="0" presStyleCnt="3"/>
      <dgm:spPr/>
    </dgm:pt>
    <dgm:pt modelId="{5BA40059-68F1-4342-9461-FC827D6F560B}" type="pres">
      <dgm:prSet presAssocID="{DA62A93A-5C97-4786-B004-24823E1A09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BAE8AF4B-3CF5-4B88-A374-40ABF8456710}" type="pres">
      <dgm:prSet presAssocID="{DA62A93A-5C97-4786-B004-24823E1A099A}" presName="spaceRect" presStyleCnt="0"/>
      <dgm:spPr/>
    </dgm:pt>
    <dgm:pt modelId="{1B0F532A-D713-4946-80ED-1DC0B7BBC285}" type="pres">
      <dgm:prSet presAssocID="{DA62A93A-5C97-4786-B004-24823E1A099A}" presName="parTx" presStyleLbl="revTx" presStyleIdx="0" presStyleCnt="3">
        <dgm:presLayoutVars>
          <dgm:chMax val="0"/>
          <dgm:chPref val="0"/>
        </dgm:presLayoutVars>
      </dgm:prSet>
      <dgm:spPr/>
    </dgm:pt>
    <dgm:pt modelId="{ECC1EFEE-E7AB-4CCE-9BEC-C3AA02776CE2}" type="pres">
      <dgm:prSet presAssocID="{E4F657AB-E127-4BFD-A7D6-8E39A867745E}" presName="sibTrans" presStyleCnt="0"/>
      <dgm:spPr/>
    </dgm:pt>
    <dgm:pt modelId="{0B0F3635-186E-4546-982D-4D47134B99BC}" type="pres">
      <dgm:prSet presAssocID="{522800B2-6EA1-4972-9A8A-34D661AE84B3}" presName="compNode" presStyleCnt="0"/>
      <dgm:spPr/>
    </dgm:pt>
    <dgm:pt modelId="{53FEF9B0-407A-4F86-B729-24148816E378}" type="pres">
      <dgm:prSet presAssocID="{522800B2-6EA1-4972-9A8A-34D661AE84B3}" presName="bgRect" presStyleLbl="bgShp" presStyleIdx="1" presStyleCnt="3"/>
      <dgm:spPr/>
    </dgm:pt>
    <dgm:pt modelId="{0C7D9E7C-C975-450D-93A8-7930A0275DA3}" type="pres">
      <dgm:prSet presAssocID="{522800B2-6EA1-4972-9A8A-34D661AE84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ball"/>
        </a:ext>
      </dgm:extLst>
    </dgm:pt>
    <dgm:pt modelId="{89ED377A-7025-4888-9F10-148A6F103CED}" type="pres">
      <dgm:prSet presAssocID="{522800B2-6EA1-4972-9A8A-34D661AE84B3}" presName="spaceRect" presStyleCnt="0"/>
      <dgm:spPr/>
    </dgm:pt>
    <dgm:pt modelId="{2813338E-87E2-4D5C-84DD-1AC5E5C4330C}" type="pres">
      <dgm:prSet presAssocID="{522800B2-6EA1-4972-9A8A-34D661AE84B3}" presName="parTx" presStyleLbl="revTx" presStyleIdx="1" presStyleCnt="3">
        <dgm:presLayoutVars>
          <dgm:chMax val="0"/>
          <dgm:chPref val="0"/>
        </dgm:presLayoutVars>
      </dgm:prSet>
      <dgm:spPr/>
    </dgm:pt>
    <dgm:pt modelId="{FF0B1A3F-B8C9-42EB-8194-3286CA92380B}" type="pres">
      <dgm:prSet presAssocID="{6439071A-8F14-41B3-8EEF-26698D01AC89}" presName="sibTrans" presStyleCnt="0"/>
      <dgm:spPr/>
    </dgm:pt>
    <dgm:pt modelId="{325423B6-7831-47EC-A95C-CB3AB49D56D1}" type="pres">
      <dgm:prSet presAssocID="{F7BCBEB4-3250-42D0-B057-AE805C86FC7A}" presName="compNode" presStyleCnt="0"/>
      <dgm:spPr/>
    </dgm:pt>
    <dgm:pt modelId="{75632D61-EDD5-4EFD-89D7-7D8ABCE5C259}" type="pres">
      <dgm:prSet presAssocID="{F7BCBEB4-3250-42D0-B057-AE805C86FC7A}" presName="bgRect" presStyleLbl="bgShp" presStyleIdx="2" presStyleCnt="3"/>
      <dgm:spPr/>
    </dgm:pt>
    <dgm:pt modelId="{F916644E-FA03-4C69-8311-7F9BB211929F}" type="pres">
      <dgm:prSet presAssocID="{F7BCBEB4-3250-42D0-B057-AE805C86FC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C34857C7-7A77-4B1B-B580-B6FF763C627A}" type="pres">
      <dgm:prSet presAssocID="{F7BCBEB4-3250-42D0-B057-AE805C86FC7A}" presName="spaceRect" presStyleCnt="0"/>
      <dgm:spPr/>
    </dgm:pt>
    <dgm:pt modelId="{06FF72FC-4FB7-463C-881F-59E5CE3D2F62}" type="pres">
      <dgm:prSet presAssocID="{F7BCBEB4-3250-42D0-B057-AE805C86FC7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66E960-DAED-41C8-A187-CB9A35FDA54B}" type="presOf" srcId="{522800B2-6EA1-4972-9A8A-34D661AE84B3}" destId="{2813338E-87E2-4D5C-84DD-1AC5E5C4330C}" srcOrd="0" destOrd="0" presId="urn:microsoft.com/office/officeart/2018/2/layout/IconVerticalSolidList"/>
    <dgm:cxn modelId="{C05F986C-E1EA-4437-9543-1C16DD68C970}" type="presOf" srcId="{AEAD1BFB-B6EB-4669-8AFF-90086D0C8229}" destId="{F16224B1-C32E-4F70-9693-2C40D3F44281}" srcOrd="0" destOrd="0" presId="urn:microsoft.com/office/officeart/2018/2/layout/IconVerticalSolidList"/>
    <dgm:cxn modelId="{8134997A-E593-42BE-96C1-7243618C7083}" type="presOf" srcId="{DA62A93A-5C97-4786-B004-24823E1A099A}" destId="{1B0F532A-D713-4946-80ED-1DC0B7BBC285}" srcOrd="0" destOrd="0" presId="urn:microsoft.com/office/officeart/2018/2/layout/IconVerticalSolidList"/>
    <dgm:cxn modelId="{8667A88C-59AB-4E4A-9D1C-6B0CFE80B53E}" srcId="{AEAD1BFB-B6EB-4669-8AFF-90086D0C8229}" destId="{522800B2-6EA1-4972-9A8A-34D661AE84B3}" srcOrd="1" destOrd="0" parTransId="{FE8D5971-552F-41E6-9A44-577D2840BE1D}" sibTransId="{6439071A-8F14-41B3-8EEF-26698D01AC89}"/>
    <dgm:cxn modelId="{ADF34D95-955B-4821-975C-3485BD50E15E}" srcId="{AEAD1BFB-B6EB-4669-8AFF-90086D0C8229}" destId="{DA62A93A-5C97-4786-B004-24823E1A099A}" srcOrd="0" destOrd="0" parTransId="{6E4F2214-368B-4966-B656-D069021A6AD7}" sibTransId="{E4F657AB-E127-4BFD-A7D6-8E39A867745E}"/>
    <dgm:cxn modelId="{653F87A1-C97C-4825-A7FC-EDD29EDB499C}" srcId="{AEAD1BFB-B6EB-4669-8AFF-90086D0C8229}" destId="{F7BCBEB4-3250-42D0-B057-AE805C86FC7A}" srcOrd="2" destOrd="0" parTransId="{43F6B523-C38B-44B1-B305-852A5ADE8F93}" sibTransId="{07ECF1DD-0068-49CB-B95B-FDFC76A46544}"/>
    <dgm:cxn modelId="{433114FD-2E9C-4464-BB8F-47503F4EB002}" type="presOf" srcId="{F7BCBEB4-3250-42D0-B057-AE805C86FC7A}" destId="{06FF72FC-4FB7-463C-881F-59E5CE3D2F62}" srcOrd="0" destOrd="0" presId="urn:microsoft.com/office/officeart/2018/2/layout/IconVerticalSolidList"/>
    <dgm:cxn modelId="{2B97283C-7716-4B8B-A36D-2877BAA5DEEE}" type="presParOf" srcId="{F16224B1-C32E-4F70-9693-2C40D3F44281}" destId="{8E94E835-52D6-4FF6-B937-F630E81D96B4}" srcOrd="0" destOrd="0" presId="urn:microsoft.com/office/officeart/2018/2/layout/IconVerticalSolidList"/>
    <dgm:cxn modelId="{818C8842-0E73-4BA8-8DC4-01E2BFBE6CB5}" type="presParOf" srcId="{8E94E835-52D6-4FF6-B937-F630E81D96B4}" destId="{06B84DEA-D3C0-4171-9860-E17406DD4CAF}" srcOrd="0" destOrd="0" presId="urn:microsoft.com/office/officeart/2018/2/layout/IconVerticalSolidList"/>
    <dgm:cxn modelId="{A8FC7D4E-191F-42A1-9DE0-2B8BF415B718}" type="presParOf" srcId="{8E94E835-52D6-4FF6-B937-F630E81D96B4}" destId="{5BA40059-68F1-4342-9461-FC827D6F560B}" srcOrd="1" destOrd="0" presId="urn:microsoft.com/office/officeart/2018/2/layout/IconVerticalSolidList"/>
    <dgm:cxn modelId="{0192D9D1-84D1-4246-BC0F-1C9C97FAE1D0}" type="presParOf" srcId="{8E94E835-52D6-4FF6-B937-F630E81D96B4}" destId="{BAE8AF4B-3CF5-4B88-A374-40ABF8456710}" srcOrd="2" destOrd="0" presId="urn:microsoft.com/office/officeart/2018/2/layout/IconVerticalSolidList"/>
    <dgm:cxn modelId="{35043DC3-4943-464F-9067-58B9ECB6BD0D}" type="presParOf" srcId="{8E94E835-52D6-4FF6-B937-F630E81D96B4}" destId="{1B0F532A-D713-4946-80ED-1DC0B7BBC285}" srcOrd="3" destOrd="0" presId="urn:microsoft.com/office/officeart/2018/2/layout/IconVerticalSolidList"/>
    <dgm:cxn modelId="{39CBEC6C-87BE-4CEE-93F3-16D280881716}" type="presParOf" srcId="{F16224B1-C32E-4F70-9693-2C40D3F44281}" destId="{ECC1EFEE-E7AB-4CCE-9BEC-C3AA02776CE2}" srcOrd="1" destOrd="0" presId="urn:microsoft.com/office/officeart/2018/2/layout/IconVerticalSolidList"/>
    <dgm:cxn modelId="{C8E6E59E-D3F9-49C8-A808-817E3EC8490A}" type="presParOf" srcId="{F16224B1-C32E-4F70-9693-2C40D3F44281}" destId="{0B0F3635-186E-4546-982D-4D47134B99BC}" srcOrd="2" destOrd="0" presId="urn:microsoft.com/office/officeart/2018/2/layout/IconVerticalSolidList"/>
    <dgm:cxn modelId="{F7F9AC23-0C6B-4F98-B0F2-9C7C0ADD6ACD}" type="presParOf" srcId="{0B0F3635-186E-4546-982D-4D47134B99BC}" destId="{53FEF9B0-407A-4F86-B729-24148816E378}" srcOrd="0" destOrd="0" presId="urn:microsoft.com/office/officeart/2018/2/layout/IconVerticalSolidList"/>
    <dgm:cxn modelId="{D595B544-AAAF-4B39-BB66-AC6CCA9CB813}" type="presParOf" srcId="{0B0F3635-186E-4546-982D-4D47134B99BC}" destId="{0C7D9E7C-C975-450D-93A8-7930A0275DA3}" srcOrd="1" destOrd="0" presId="urn:microsoft.com/office/officeart/2018/2/layout/IconVerticalSolidList"/>
    <dgm:cxn modelId="{9C9562DE-1A4B-467F-A618-A4C2AC5638DD}" type="presParOf" srcId="{0B0F3635-186E-4546-982D-4D47134B99BC}" destId="{89ED377A-7025-4888-9F10-148A6F103CED}" srcOrd="2" destOrd="0" presId="urn:microsoft.com/office/officeart/2018/2/layout/IconVerticalSolidList"/>
    <dgm:cxn modelId="{19C3BA6A-8763-4449-9793-CED349DAB65B}" type="presParOf" srcId="{0B0F3635-186E-4546-982D-4D47134B99BC}" destId="{2813338E-87E2-4D5C-84DD-1AC5E5C4330C}" srcOrd="3" destOrd="0" presId="urn:microsoft.com/office/officeart/2018/2/layout/IconVerticalSolidList"/>
    <dgm:cxn modelId="{A19BF9AC-5126-4ECB-8668-C04A6009DA92}" type="presParOf" srcId="{F16224B1-C32E-4F70-9693-2C40D3F44281}" destId="{FF0B1A3F-B8C9-42EB-8194-3286CA92380B}" srcOrd="3" destOrd="0" presId="urn:microsoft.com/office/officeart/2018/2/layout/IconVerticalSolidList"/>
    <dgm:cxn modelId="{99A4EC16-5AAD-435C-90AC-1FDF501D8CEA}" type="presParOf" srcId="{F16224B1-C32E-4F70-9693-2C40D3F44281}" destId="{325423B6-7831-47EC-A95C-CB3AB49D56D1}" srcOrd="4" destOrd="0" presId="urn:microsoft.com/office/officeart/2018/2/layout/IconVerticalSolidList"/>
    <dgm:cxn modelId="{1D0DA5D6-6697-4157-AED2-473224E6EA61}" type="presParOf" srcId="{325423B6-7831-47EC-A95C-CB3AB49D56D1}" destId="{75632D61-EDD5-4EFD-89D7-7D8ABCE5C259}" srcOrd="0" destOrd="0" presId="urn:microsoft.com/office/officeart/2018/2/layout/IconVerticalSolidList"/>
    <dgm:cxn modelId="{ACDDB6B2-34C3-4D47-8809-B175B78E23E7}" type="presParOf" srcId="{325423B6-7831-47EC-A95C-CB3AB49D56D1}" destId="{F916644E-FA03-4C69-8311-7F9BB211929F}" srcOrd="1" destOrd="0" presId="urn:microsoft.com/office/officeart/2018/2/layout/IconVerticalSolidList"/>
    <dgm:cxn modelId="{118005AC-42C5-40D7-88C5-274F04D3EAA6}" type="presParOf" srcId="{325423B6-7831-47EC-A95C-CB3AB49D56D1}" destId="{C34857C7-7A77-4B1B-B580-B6FF763C627A}" srcOrd="2" destOrd="0" presId="urn:microsoft.com/office/officeart/2018/2/layout/IconVerticalSolidList"/>
    <dgm:cxn modelId="{44A17728-2FB3-4B28-9305-64D86DE02A5F}" type="presParOf" srcId="{325423B6-7831-47EC-A95C-CB3AB49D56D1}" destId="{06FF72FC-4FB7-463C-881F-59E5CE3D2F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AC4302-3E9F-4B9B-8186-4947E82D39B3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6F7BE3D-8F2A-4F96-8CC1-647EA98FE9D0}">
      <dgm:prSet/>
      <dgm:spPr/>
      <dgm:t>
        <a:bodyPr/>
        <a:lstStyle/>
        <a:p>
          <a:r>
            <a:rPr lang="en-US" b="1" i="0" baseline="0"/>
            <a:t>Exploratory Data Analysis (EDA)</a:t>
          </a:r>
          <a:endParaRPr lang="en-US"/>
        </a:p>
      </dgm:t>
    </dgm:pt>
    <dgm:pt modelId="{9D336EE2-8E41-4322-A202-FAFF9F82B615}" type="parTrans" cxnId="{3A803157-1C3C-4C5A-97DE-CDCE031CFE3F}">
      <dgm:prSet/>
      <dgm:spPr/>
      <dgm:t>
        <a:bodyPr/>
        <a:lstStyle/>
        <a:p>
          <a:endParaRPr lang="en-US"/>
        </a:p>
      </dgm:t>
    </dgm:pt>
    <dgm:pt modelId="{8BAB23ED-0880-48F9-8BA6-5C5F5177AA09}" type="sibTrans" cxnId="{3A803157-1C3C-4C5A-97DE-CDCE031CFE3F}">
      <dgm:prSet/>
      <dgm:spPr/>
      <dgm:t>
        <a:bodyPr/>
        <a:lstStyle/>
        <a:p>
          <a:endParaRPr lang="en-US"/>
        </a:p>
      </dgm:t>
    </dgm:pt>
    <dgm:pt modelId="{29E442B5-789B-40C7-896D-E6B5CD889034}">
      <dgm:prSet/>
      <dgm:spPr/>
      <dgm:t>
        <a:bodyPr/>
        <a:lstStyle/>
        <a:p>
          <a:r>
            <a:rPr lang="en-US" b="0" i="0" baseline="0"/>
            <a:t>Goal distributions, win rates, player performance patterns</a:t>
          </a:r>
          <a:endParaRPr lang="en-US"/>
        </a:p>
      </dgm:t>
    </dgm:pt>
    <dgm:pt modelId="{B1EAE26E-3CBB-4EE9-B7A6-08FC8C9BEA2E}" type="parTrans" cxnId="{5D0E21A7-DFA9-4012-9758-1484129F75D2}">
      <dgm:prSet/>
      <dgm:spPr/>
      <dgm:t>
        <a:bodyPr/>
        <a:lstStyle/>
        <a:p>
          <a:endParaRPr lang="en-US"/>
        </a:p>
      </dgm:t>
    </dgm:pt>
    <dgm:pt modelId="{84DD2677-6395-4DE3-9F6F-AFD3CBD31D11}" type="sibTrans" cxnId="{5D0E21A7-DFA9-4012-9758-1484129F75D2}">
      <dgm:prSet/>
      <dgm:spPr/>
      <dgm:t>
        <a:bodyPr/>
        <a:lstStyle/>
        <a:p>
          <a:endParaRPr lang="en-US"/>
        </a:p>
      </dgm:t>
    </dgm:pt>
    <dgm:pt modelId="{413C4036-E6E2-4208-ADE0-9C7C7320FBC8}">
      <dgm:prSet/>
      <dgm:spPr/>
      <dgm:t>
        <a:bodyPr/>
        <a:lstStyle/>
        <a:p>
          <a:r>
            <a:rPr lang="en-US" b="1" i="0" baseline="0"/>
            <a:t>Data Integration / Fusion</a:t>
          </a:r>
          <a:endParaRPr lang="en-US"/>
        </a:p>
      </dgm:t>
    </dgm:pt>
    <dgm:pt modelId="{62493F9E-49B0-413A-9090-3D56356C1D4F}" type="parTrans" cxnId="{52E828F9-EE56-476F-90C0-6953D82EBBBD}">
      <dgm:prSet/>
      <dgm:spPr/>
      <dgm:t>
        <a:bodyPr/>
        <a:lstStyle/>
        <a:p>
          <a:endParaRPr lang="en-US"/>
        </a:p>
      </dgm:t>
    </dgm:pt>
    <dgm:pt modelId="{4F12B833-CE5E-4A90-B0AB-CFB5030A3C44}" type="sibTrans" cxnId="{52E828F9-EE56-476F-90C0-6953D82EBBBD}">
      <dgm:prSet/>
      <dgm:spPr/>
      <dgm:t>
        <a:bodyPr/>
        <a:lstStyle/>
        <a:p>
          <a:endParaRPr lang="en-US"/>
        </a:p>
      </dgm:t>
    </dgm:pt>
    <dgm:pt modelId="{C8E14993-A527-4599-8CD1-18DB9DC3DD5D}">
      <dgm:prSet/>
      <dgm:spPr/>
      <dgm:t>
        <a:bodyPr/>
        <a:lstStyle/>
        <a:p>
          <a:r>
            <a:rPr lang="en-US" b="0" i="0" baseline="0"/>
            <a:t>Combine team data + player data + betting odds</a:t>
          </a:r>
          <a:endParaRPr lang="en-US"/>
        </a:p>
      </dgm:t>
    </dgm:pt>
    <dgm:pt modelId="{185BA7E9-5AC6-4B47-A075-A1DC51B5EFDB}" type="parTrans" cxnId="{E588894A-38A5-416B-8853-5B48160EDF10}">
      <dgm:prSet/>
      <dgm:spPr/>
      <dgm:t>
        <a:bodyPr/>
        <a:lstStyle/>
        <a:p>
          <a:endParaRPr lang="en-US"/>
        </a:p>
      </dgm:t>
    </dgm:pt>
    <dgm:pt modelId="{58AF34A6-D64B-40D4-93BF-9E423E2A0C39}" type="sibTrans" cxnId="{E588894A-38A5-416B-8853-5B48160EDF10}">
      <dgm:prSet/>
      <dgm:spPr/>
      <dgm:t>
        <a:bodyPr/>
        <a:lstStyle/>
        <a:p>
          <a:endParaRPr lang="en-US"/>
        </a:p>
      </dgm:t>
    </dgm:pt>
    <dgm:pt modelId="{CB8E32AE-B13F-4F9E-9C99-A80D26046DDA}">
      <dgm:prSet/>
      <dgm:spPr/>
      <dgm:t>
        <a:bodyPr/>
        <a:lstStyle/>
        <a:p>
          <a:r>
            <a:rPr lang="en-US" b="1" i="0" baseline="0"/>
            <a:t>Feature Engineering</a:t>
          </a:r>
          <a:endParaRPr lang="en-US"/>
        </a:p>
      </dgm:t>
    </dgm:pt>
    <dgm:pt modelId="{73AEA3A3-43B3-4A97-AA70-4507E25632EE}" type="parTrans" cxnId="{7CD18382-C1E6-4F1E-86D7-A988D61E1086}">
      <dgm:prSet/>
      <dgm:spPr/>
      <dgm:t>
        <a:bodyPr/>
        <a:lstStyle/>
        <a:p>
          <a:endParaRPr lang="en-US"/>
        </a:p>
      </dgm:t>
    </dgm:pt>
    <dgm:pt modelId="{F59019E7-D215-491F-BDA0-F209152221E0}" type="sibTrans" cxnId="{7CD18382-C1E6-4F1E-86D7-A988D61E1086}">
      <dgm:prSet/>
      <dgm:spPr/>
      <dgm:t>
        <a:bodyPr/>
        <a:lstStyle/>
        <a:p>
          <a:endParaRPr lang="en-US"/>
        </a:p>
      </dgm:t>
    </dgm:pt>
    <dgm:pt modelId="{7F2C4C24-82AA-4FA5-AFB3-2D750ED52590}">
      <dgm:prSet/>
      <dgm:spPr/>
      <dgm:t>
        <a:bodyPr/>
        <a:lstStyle/>
        <a:p>
          <a:r>
            <a:rPr lang="en-US" b="0" i="0" baseline="0"/>
            <a:t>Rolling team form (last 5 matches)</a:t>
          </a:r>
          <a:endParaRPr lang="en-US"/>
        </a:p>
      </dgm:t>
    </dgm:pt>
    <dgm:pt modelId="{D355C1D9-C910-4A1E-8E7B-10A76F3B2DA7}" type="parTrans" cxnId="{649720B8-234C-488F-88FD-4B244BB44CCD}">
      <dgm:prSet/>
      <dgm:spPr/>
      <dgm:t>
        <a:bodyPr/>
        <a:lstStyle/>
        <a:p>
          <a:endParaRPr lang="en-US"/>
        </a:p>
      </dgm:t>
    </dgm:pt>
    <dgm:pt modelId="{543E723E-4D13-4BA3-9CD8-3877F0234E4D}" type="sibTrans" cxnId="{649720B8-234C-488F-88FD-4B244BB44CCD}">
      <dgm:prSet/>
      <dgm:spPr/>
      <dgm:t>
        <a:bodyPr/>
        <a:lstStyle/>
        <a:p>
          <a:endParaRPr lang="en-US"/>
        </a:p>
      </dgm:t>
    </dgm:pt>
    <dgm:pt modelId="{21276D32-A208-4D87-8076-24DD0BC55C25}">
      <dgm:prSet/>
      <dgm:spPr/>
      <dgm:t>
        <a:bodyPr/>
        <a:lstStyle/>
        <a:p>
          <a:r>
            <a:rPr lang="en-US" b="0" i="0" baseline="0"/>
            <a:t>Player average ratings</a:t>
          </a:r>
          <a:endParaRPr lang="en-US"/>
        </a:p>
      </dgm:t>
    </dgm:pt>
    <dgm:pt modelId="{ED55626C-C2EF-4F29-BF53-0E0083CD421A}" type="parTrans" cxnId="{B6790CA7-9005-4120-9250-6161B91C3862}">
      <dgm:prSet/>
      <dgm:spPr/>
      <dgm:t>
        <a:bodyPr/>
        <a:lstStyle/>
        <a:p>
          <a:endParaRPr lang="en-US"/>
        </a:p>
      </dgm:t>
    </dgm:pt>
    <dgm:pt modelId="{D4E13EE4-8104-4034-95DC-86E39CB9B1FB}" type="sibTrans" cxnId="{B6790CA7-9005-4120-9250-6161B91C3862}">
      <dgm:prSet/>
      <dgm:spPr/>
      <dgm:t>
        <a:bodyPr/>
        <a:lstStyle/>
        <a:p>
          <a:endParaRPr lang="en-US"/>
        </a:p>
      </dgm:t>
    </dgm:pt>
    <dgm:pt modelId="{4DCBFC3D-CE15-4585-83B4-2EE72CD8A47C}">
      <dgm:prSet/>
      <dgm:spPr/>
      <dgm:t>
        <a:bodyPr/>
        <a:lstStyle/>
        <a:p>
          <a:r>
            <a:rPr lang="en-US" b="0" i="0" baseline="0"/>
            <a:t>Goal difference trends</a:t>
          </a:r>
          <a:endParaRPr lang="en-US"/>
        </a:p>
      </dgm:t>
    </dgm:pt>
    <dgm:pt modelId="{632B83F9-4B73-475F-8E09-FF36391B5138}" type="parTrans" cxnId="{EA67A1A5-3C19-4BDE-95CE-6D0D0EDDE6AC}">
      <dgm:prSet/>
      <dgm:spPr/>
      <dgm:t>
        <a:bodyPr/>
        <a:lstStyle/>
        <a:p>
          <a:endParaRPr lang="en-US"/>
        </a:p>
      </dgm:t>
    </dgm:pt>
    <dgm:pt modelId="{C6B32EF6-0FB9-4C77-97CB-5045C0B4E3DB}" type="sibTrans" cxnId="{EA67A1A5-3C19-4BDE-95CE-6D0D0EDDE6AC}">
      <dgm:prSet/>
      <dgm:spPr/>
      <dgm:t>
        <a:bodyPr/>
        <a:lstStyle/>
        <a:p>
          <a:endParaRPr lang="en-US"/>
        </a:p>
      </dgm:t>
    </dgm:pt>
    <dgm:pt modelId="{4CF450B7-9E73-40E7-A211-E6EEA56616BE}">
      <dgm:prSet/>
      <dgm:spPr/>
      <dgm:t>
        <a:bodyPr/>
        <a:lstStyle/>
        <a:p>
          <a:r>
            <a:rPr lang="en-US" b="0" i="0" baseline="0"/>
            <a:t>Normalized betting odds</a:t>
          </a:r>
          <a:endParaRPr lang="en-US"/>
        </a:p>
      </dgm:t>
    </dgm:pt>
    <dgm:pt modelId="{E9DCB0A4-6372-458D-9E0D-4A94BCB60464}" type="parTrans" cxnId="{728F4486-1A41-424F-8E0F-42CBF00F374A}">
      <dgm:prSet/>
      <dgm:spPr/>
      <dgm:t>
        <a:bodyPr/>
        <a:lstStyle/>
        <a:p>
          <a:endParaRPr lang="en-US"/>
        </a:p>
      </dgm:t>
    </dgm:pt>
    <dgm:pt modelId="{BA6CEB05-0588-4CFE-8671-B70E555A3DD6}" type="sibTrans" cxnId="{728F4486-1A41-424F-8E0F-42CBF00F374A}">
      <dgm:prSet/>
      <dgm:spPr/>
      <dgm:t>
        <a:bodyPr/>
        <a:lstStyle/>
        <a:p>
          <a:endParaRPr lang="en-US"/>
        </a:p>
      </dgm:t>
    </dgm:pt>
    <dgm:pt modelId="{F386A3F8-15F1-49C6-9E91-4D0F142698FA}">
      <dgm:prSet/>
      <dgm:spPr/>
      <dgm:t>
        <a:bodyPr/>
        <a:lstStyle/>
        <a:p>
          <a:r>
            <a:rPr lang="en-US" b="1" i="0" baseline="0"/>
            <a:t>Model Development</a:t>
          </a:r>
          <a:endParaRPr lang="en-US"/>
        </a:p>
      </dgm:t>
    </dgm:pt>
    <dgm:pt modelId="{2A9A70EC-11A6-4A8D-94D4-CDE240077532}" type="parTrans" cxnId="{F11B53C3-6932-4D52-BB22-E49B2B482764}">
      <dgm:prSet/>
      <dgm:spPr/>
      <dgm:t>
        <a:bodyPr/>
        <a:lstStyle/>
        <a:p>
          <a:endParaRPr lang="en-US"/>
        </a:p>
      </dgm:t>
    </dgm:pt>
    <dgm:pt modelId="{A46C5C6F-9F34-428F-9E3B-F5986BEB7B46}" type="sibTrans" cxnId="{F11B53C3-6932-4D52-BB22-E49B2B482764}">
      <dgm:prSet/>
      <dgm:spPr/>
      <dgm:t>
        <a:bodyPr/>
        <a:lstStyle/>
        <a:p>
          <a:endParaRPr lang="en-US"/>
        </a:p>
      </dgm:t>
    </dgm:pt>
    <dgm:pt modelId="{D99C61E4-CC3C-4F27-9880-4B3297E6172C}">
      <dgm:prSet/>
      <dgm:spPr/>
      <dgm:t>
        <a:bodyPr/>
        <a:lstStyle/>
        <a:p>
          <a:r>
            <a:rPr lang="en-US" b="0" i="0" baseline="0"/>
            <a:t>Logistic Regression</a:t>
          </a:r>
          <a:endParaRPr lang="en-US"/>
        </a:p>
      </dgm:t>
    </dgm:pt>
    <dgm:pt modelId="{4D3FFE0D-5574-4B73-AD43-9B36FBFBB0D6}" type="parTrans" cxnId="{EF8BAE9F-A47A-45CA-94DB-FF2FDD039CDB}">
      <dgm:prSet/>
      <dgm:spPr/>
      <dgm:t>
        <a:bodyPr/>
        <a:lstStyle/>
        <a:p>
          <a:endParaRPr lang="en-US"/>
        </a:p>
      </dgm:t>
    </dgm:pt>
    <dgm:pt modelId="{16F5D0AF-865C-4D09-A80A-20F5C172D09F}" type="sibTrans" cxnId="{EF8BAE9F-A47A-45CA-94DB-FF2FDD039CDB}">
      <dgm:prSet/>
      <dgm:spPr/>
      <dgm:t>
        <a:bodyPr/>
        <a:lstStyle/>
        <a:p>
          <a:endParaRPr lang="en-US"/>
        </a:p>
      </dgm:t>
    </dgm:pt>
    <dgm:pt modelId="{85A673BC-6368-45CC-B7E0-1ED7C5DC2856}">
      <dgm:prSet/>
      <dgm:spPr/>
      <dgm:t>
        <a:bodyPr/>
        <a:lstStyle/>
        <a:p>
          <a:r>
            <a:rPr lang="en-US" b="0" i="0" baseline="0"/>
            <a:t>Random Forest</a:t>
          </a:r>
          <a:endParaRPr lang="en-US"/>
        </a:p>
      </dgm:t>
    </dgm:pt>
    <dgm:pt modelId="{0F94228D-576C-4F34-B946-DBBFA9459233}" type="parTrans" cxnId="{704F202A-6F77-48E6-83E2-A890BB532FD7}">
      <dgm:prSet/>
      <dgm:spPr/>
      <dgm:t>
        <a:bodyPr/>
        <a:lstStyle/>
        <a:p>
          <a:endParaRPr lang="en-US"/>
        </a:p>
      </dgm:t>
    </dgm:pt>
    <dgm:pt modelId="{28F2CE76-728E-466A-A9E9-37CFDB2BDCA6}" type="sibTrans" cxnId="{704F202A-6F77-48E6-83E2-A890BB532FD7}">
      <dgm:prSet/>
      <dgm:spPr/>
      <dgm:t>
        <a:bodyPr/>
        <a:lstStyle/>
        <a:p>
          <a:endParaRPr lang="en-US"/>
        </a:p>
      </dgm:t>
    </dgm:pt>
    <dgm:pt modelId="{10EAFD4B-A658-4ABC-A25D-27F870BE91AD}">
      <dgm:prSet/>
      <dgm:spPr/>
      <dgm:t>
        <a:bodyPr/>
        <a:lstStyle/>
        <a:p>
          <a:r>
            <a:rPr lang="en-US" b="0" i="0" baseline="0"/>
            <a:t>XGBoost</a:t>
          </a:r>
          <a:endParaRPr lang="en-US"/>
        </a:p>
      </dgm:t>
    </dgm:pt>
    <dgm:pt modelId="{122899A6-835A-40F4-B502-AB4A0A474D7C}" type="parTrans" cxnId="{5895EA69-0F57-46AE-BDFF-1871B104255F}">
      <dgm:prSet/>
      <dgm:spPr/>
      <dgm:t>
        <a:bodyPr/>
        <a:lstStyle/>
        <a:p>
          <a:endParaRPr lang="en-US"/>
        </a:p>
      </dgm:t>
    </dgm:pt>
    <dgm:pt modelId="{DEDD0303-AEED-462C-ABE1-3D7D043FC285}" type="sibTrans" cxnId="{5895EA69-0F57-46AE-BDFF-1871B104255F}">
      <dgm:prSet/>
      <dgm:spPr/>
      <dgm:t>
        <a:bodyPr/>
        <a:lstStyle/>
        <a:p>
          <a:endParaRPr lang="en-US"/>
        </a:p>
      </dgm:t>
    </dgm:pt>
    <dgm:pt modelId="{892A5B85-1FD0-4260-B1F7-8A200112D97D}">
      <dgm:prSet/>
      <dgm:spPr/>
      <dgm:t>
        <a:bodyPr/>
        <a:lstStyle/>
        <a:p>
          <a:r>
            <a:rPr lang="en-US" b="1" i="0" baseline="0"/>
            <a:t>Performance Metrics</a:t>
          </a:r>
          <a:endParaRPr lang="en-US"/>
        </a:p>
      </dgm:t>
    </dgm:pt>
    <dgm:pt modelId="{DFE19324-9758-4B6F-9B84-096202FEB1D7}" type="parTrans" cxnId="{F5C50803-3B4A-410E-848F-B4817494A43B}">
      <dgm:prSet/>
      <dgm:spPr/>
      <dgm:t>
        <a:bodyPr/>
        <a:lstStyle/>
        <a:p>
          <a:endParaRPr lang="en-US"/>
        </a:p>
      </dgm:t>
    </dgm:pt>
    <dgm:pt modelId="{9B0F1BF3-91D0-4C22-A487-02C382DA5373}" type="sibTrans" cxnId="{F5C50803-3B4A-410E-848F-B4817494A43B}">
      <dgm:prSet/>
      <dgm:spPr/>
      <dgm:t>
        <a:bodyPr/>
        <a:lstStyle/>
        <a:p>
          <a:endParaRPr lang="en-US"/>
        </a:p>
      </dgm:t>
    </dgm:pt>
    <dgm:pt modelId="{EB80DB47-E86C-455F-99BA-B68F4D5CBCA8}">
      <dgm:prSet/>
      <dgm:spPr/>
      <dgm:t>
        <a:bodyPr/>
        <a:lstStyle/>
        <a:p>
          <a:r>
            <a:rPr lang="en-US" b="0" i="0" baseline="0"/>
            <a:t>Accuracy</a:t>
          </a:r>
          <a:endParaRPr lang="en-US"/>
        </a:p>
      </dgm:t>
    </dgm:pt>
    <dgm:pt modelId="{E93D70B5-B24A-480D-B294-ABD51A7CA9F8}" type="parTrans" cxnId="{F25D9665-E8C2-426B-8E02-A156AF8B692C}">
      <dgm:prSet/>
      <dgm:spPr/>
      <dgm:t>
        <a:bodyPr/>
        <a:lstStyle/>
        <a:p>
          <a:endParaRPr lang="en-US"/>
        </a:p>
      </dgm:t>
    </dgm:pt>
    <dgm:pt modelId="{7848C081-C9FB-4FDE-9F0F-60BBB999BB4A}" type="sibTrans" cxnId="{F25D9665-E8C2-426B-8E02-A156AF8B692C}">
      <dgm:prSet/>
      <dgm:spPr/>
      <dgm:t>
        <a:bodyPr/>
        <a:lstStyle/>
        <a:p>
          <a:endParaRPr lang="en-US"/>
        </a:p>
      </dgm:t>
    </dgm:pt>
    <dgm:pt modelId="{788A6998-987E-4A04-BF3A-BD59D22851F2}">
      <dgm:prSet/>
      <dgm:spPr/>
      <dgm:t>
        <a:bodyPr/>
        <a:lstStyle/>
        <a:p>
          <a:r>
            <a:rPr lang="en-US" b="0" i="0" baseline="0"/>
            <a:t>F1-score</a:t>
          </a:r>
          <a:endParaRPr lang="en-US"/>
        </a:p>
      </dgm:t>
    </dgm:pt>
    <dgm:pt modelId="{519C6B3C-A3CB-4CB3-877B-663750320368}" type="parTrans" cxnId="{B87D46A2-3B91-4198-93EF-04A0AF83F948}">
      <dgm:prSet/>
      <dgm:spPr/>
      <dgm:t>
        <a:bodyPr/>
        <a:lstStyle/>
        <a:p>
          <a:endParaRPr lang="en-US"/>
        </a:p>
      </dgm:t>
    </dgm:pt>
    <dgm:pt modelId="{54B9C893-75D3-4720-A624-7B50D3C023AF}" type="sibTrans" cxnId="{B87D46A2-3B91-4198-93EF-04A0AF83F948}">
      <dgm:prSet/>
      <dgm:spPr/>
      <dgm:t>
        <a:bodyPr/>
        <a:lstStyle/>
        <a:p>
          <a:endParaRPr lang="en-US"/>
        </a:p>
      </dgm:t>
    </dgm:pt>
    <dgm:pt modelId="{6EEE112B-430F-4763-BCB0-62CA24B0903E}">
      <dgm:prSet/>
      <dgm:spPr/>
      <dgm:t>
        <a:bodyPr/>
        <a:lstStyle/>
        <a:p>
          <a:r>
            <a:rPr lang="en-US" b="0" i="0" baseline="0"/>
            <a:t>ROC-AUC</a:t>
          </a:r>
          <a:endParaRPr lang="en-US"/>
        </a:p>
      </dgm:t>
    </dgm:pt>
    <dgm:pt modelId="{F29BACAC-305F-483A-8418-DF7488A7F679}" type="parTrans" cxnId="{E965839F-4561-42FB-B50F-4473F99A6E0C}">
      <dgm:prSet/>
      <dgm:spPr/>
      <dgm:t>
        <a:bodyPr/>
        <a:lstStyle/>
        <a:p>
          <a:endParaRPr lang="en-US"/>
        </a:p>
      </dgm:t>
    </dgm:pt>
    <dgm:pt modelId="{44FB7B94-6C13-42EB-BDDA-D39A79C777D8}" type="sibTrans" cxnId="{E965839F-4561-42FB-B50F-4473F99A6E0C}">
      <dgm:prSet/>
      <dgm:spPr/>
      <dgm:t>
        <a:bodyPr/>
        <a:lstStyle/>
        <a:p>
          <a:endParaRPr lang="en-US"/>
        </a:p>
      </dgm:t>
    </dgm:pt>
    <dgm:pt modelId="{F5E529CC-FB39-4A20-AE9C-8447214039C2}">
      <dgm:prSet/>
      <dgm:spPr/>
      <dgm:t>
        <a:bodyPr/>
        <a:lstStyle/>
        <a:p>
          <a:r>
            <a:rPr lang="en-US" b="1" i="0" baseline="0"/>
            <a:t>Post-Hoc / Interpretability</a:t>
          </a:r>
          <a:endParaRPr lang="en-US"/>
        </a:p>
      </dgm:t>
    </dgm:pt>
    <dgm:pt modelId="{98BE495D-BED9-4FD8-80AC-5A74986028AD}" type="parTrans" cxnId="{3B526AD1-BD1F-4F16-8123-F6796DE765E5}">
      <dgm:prSet/>
      <dgm:spPr/>
      <dgm:t>
        <a:bodyPr/>
        <a:lstStyle/>
        <a:p>
          <a:endParaRPr lang="en-US"/>
        </a:p>
      </dgm:t>
    </dgm:pt>
    <dgm:pt modelId="{3A741141-4CF9-4986-B47A-01285F9F098D}" type="sibTrans" cxnId="{3B526AD1-BD1F-4F16-8123-F6796DE765E5}">
      <dgm:prSet/>
      <dgm:spPr/>
      <dgm:t>
        <a:bodyPr/>
        <a:lstStyle/>
        <a:p>
          <a:endParaRPr lang="en-US"/>
        </a:p>
      </dgm:t>
    </dgm:pt>
    <dgm:pt modelId="{889AE90C-FD3A-4BBA-A79A-C2E606D6CEBF}">
      <dgm:prSet/>
      <dgm:spPr/>
      <dgm:t>
        <a:bodyPr/>
        <a:lstStyle/>
        <a:p>
          <a:r>
            <a:rPr lang="en-US" b="0" i="0" baseline="0"/>
            <a:t>Feature importance (Gini / SHAP)</a:t>
          </a:r>
          <a:endParaRPr lang="en-US"/>
        </a:p>
      </dgm:t>
    </dgm:pt>
    <dgm:pt modelId="{E9B122B0-71A3-40E8-9CB8-DCE60BEE7FBD}" type="parTrans" cxnId="{16122FDD-6B59-4DC1-8759-4A7E7E520C3A}">
      <dgm:prSet/>
      <dgm:spPr/>
      <dgm:t>
        <a:bodyPr/>
        <a:lstStyle/>
        <a:p>
          <a:endParaRPr lang="en-US"/>
        </a:p>
      </dgm:t>
    </dgm:pt>
    <dgm:pt modelId="{AF3981B6-CA72-4581-ADC8-5FFE3AFDB883}" type="sibTrans" cxnId="{16122FDD-6B59-4DC1-8759-4A7E7E520C3A}">
      <dgm:prSet/>
      <dgm:spPr/>
      <dgm:t>
        <a:bodyPr/>
        <a:lstStyle/>
        <a:p>
          <a:endParaRPr lang="en-US"/>
        </a:p>
      </dgm:t>
    </dgm:pt>
    <dgm:pt modelId="{437B03EE-6791-4583-B21D-A87A5486A63B}">
      <dgm:prSet/>
      <dgm:spPr/>
      <dgm:t>
        <a:bodyPr/>
        <a:lstStyle/>
        <a:p>
          <a:r>
            <a:rPr lang="en-US" b="0" i="0" baseline="0"/>
            <a:t>Sensitivity analysis on odds and team form variables</a:t>
          </a:r>
          <a:endParaRPr lang="en-US"/>
        </a:p>
      </dgm:t>
    </dgm:pt>
    <dgm:pt modelId="{2054DA8B-525C-4D26-B5AC-78340476FFB9}" type="parTrans" cxnId="{1C6C5BAA-4B6F-4300-8100-33C2F755EE8B}">
      <dgm:prSet/>
      <dgm:spPr/>
      <dgm:t>
        <a:bodyPr/>
        <a:lstStyle/>
        <a:p>
          <a:endParaRPr lang="en-US"/>
        </a:p>
      </dgm:t>
    </dgm:pt>
    <dgm:pt modelId="{11A78FCD-DFFE-47D1-9457-CAE961FA2774}" type="sibTrans" cxnId="{1C6C5BAA-4B6F-4300-8100-33C2F755EE8B}">
      <dgm:prSet/>
      <dgm:spPr/>
      <dgm:t>
        <a:bodyPr/>
        <a:lstStyle/>
        <a:p>
          <a:endParaRPr lang="en-US"/>
        </a:p>
      </dgm:t>
    </dgm:pt>
    <dgm:pt modelId="{E03D18C9-F740-C943-8BBA-85E1D1762523}" type="pres">
      <dgm:prSet presAssocID="{FEAC4302-3E9F-4B9B-8186-4947E82D39B3}" presName="diagram" presStyleCnt="0">
        <dgm:presLayoutVars>
          <dgm:dir/>
          <dgm:resizeHandles val="exact"/>
        </dgm:presLayoutVars>
      </dgm:prSet>
      <dgm:spPr/>
    </dgm:pt>
    <dgm:pt modelId="{64F47CED-999B-2347-9A89-1B4A2EF5CCD8}" type="pres">
      <dgm:prSet presAssocID="{26F7BE3D-8F2A-4F96-8CC1-647EA98FE9D0}" presName="node" presStyleLbl="node1" presStyleIdx="0" presStyleCnt="20">
        <dgm:presLayoutVars>
          <dgm:bulletEnabled val="1"/>
        </dgm:presLayoutVars>
      </dgm:prSet>
      <dgm:spPr/>
    </dgm:pt>
    <dgm:pt modelId="{C72C1102-1C15-2443-8750-3465A5585F21}" type="pres">
      <dgm:prSet presAssocID="{8BAB23ED-0880-48F9-8BA6-5C5F5177AA09}" presName="sibTrans" presStyleLbl="sibTrans2D1" presStyleIdx="0" presStyleCnt="19"/>
      <dgm:spPr/>
    </dgm:pt>
    <dgm:pt modelId="{1FFB54A2-C4AF-1047-BD9C-5C3A8AF57B43}" type="pres">
      <dgm:prSet presAssocID="{8BAB23ED-0880-48F9-8BA6-5C5F5177AA09}" presName="connectorText" presStyleLbl="sibTrans2D1" presStyleIdx="0" presStyleCnt="19"/>
      <dgm:spPr/>
    </dgm:pt>
    <dgm:pt modelId="{8C4EAFB9-5BBB-9F44-98E1-7524D603A97D}" type="pres">
      <dgm:prSet presAssocID="{29E442B5-789B-40C7-896D-E6B5CD889034}" presName="node" presStyleLbl="node1" presStyleIdx="1" presStyleCnt="20">
        <dgm:presLayoutVars>
          <dgm:bulletEnabled val="1"/>
        </dgm:presLayoutVars>
      </dgm:prSet>
      <dgm:spPr/>
    </dgm:pt>
    <dgm:pt modelId="{55F9A256-DB20-854D-AE87-4621DB5D2415}" type="pres">
      <dgm:prSet presAssocID="{84DD2677-6395-4DE3-9F6F-AFD3CBD31D11}" presName="sibTrans" presStyleLbl="sibTrans2D1" presStyleIdx="1" presStyleCnt="19"/>
      <dgm:spPr/>
    </dgm:pt>
    <dgm:pt modelId="{4649B70F-1ED8-D642-9A76-95664439E546}" type="pres">
      <dgm:prSet presAssocID="{84DD2677-6395-4DE3-9F6F-AFD3CBD31D11}" presName="connectorText" presStyleLbl="sibTrans2D1" presStyleIdx="1" presStyleCnt="19"/>
      <dgm:spPr/>
    </dgm:pt>
    <dgm:pt modelId="{2DB2F14B-B05D-824F-B9CE-2340A1D18DE6}" type="pres">
      <dgm:prSet presAssocID="{413C4036-E6E2-4208-ADE0-9C7C7320FBC8}" presName="node" presStyleLbl="node1" presStyleIdx="2" presStyleCnt="20">
        <dgm:presLayoutVars>
          <dgm:bulletEnabled val="1"/>
        </dgm:presLayoutVars>
      </dgm:prSet>
      <dgm:spPr/>
    </dgm:pt>
    <dgm:pt modelId="{F11002B3-AED2-F342-846F-6F38C536D892}" type="pres">
      <dgm:prSet presAssocID="{4F12B833-CE5E-4A90-B0AB-CFB5030A3C44}" presName="sibTrans" presStyleLbl="sibTrans2D1" presStyleIdx="2" presStyleCnt="19"/>
      <dgm:spPr/>
    </dgm:pt>
    <dgm:pt modelId="{204563F5-F733-974A-AB5E-4E0EAEAB8873}" type="pres">
      <dgm:prSet presAssocID="{4F12B833-CE5E-4A90-B0AB-CFB5030A3C44}" presName="connectorText" presStyleLbl="sibTrans2D1" presStyleIdx="2" presStyleCnt="19"/>
      <dgm:spPr/>
    </dgm:pt>
    <dgm:pt modelId="{A2537644-4E5B-9944-BDFE-F8EEBFCBA458}" type="pres">
      <dgm:prSet presAssocID="{C8E14993-A527-4599-8CD1-18DB9DC3DD5D}" presName="node" presStyleLbl="node1" presStyleIdx="3" presStyleCnt="20">
        <dgm:presLayoutVars>
          <dgm:bulletEnabled val="1"/>
        </dgm:presLayoutVars>
      </dgm:prSet>
      <dgm:spPr/>
    </dgm:pt>
    <dgm:pt modelId="{EC362BA0-5C2B-834E-9231-7888C2570B60}" type="pres">
      <dgm:prSet presAssocID="{58AF34A6-D64B-40D4-93BF-9E423E2A0C39}" presName="sibTrans" presStyleLbl="sibTrans2D1" presStyleIdx="3" presStyleCnt="19"/>
      <dgm:spPr/>
    </dgm:pt>
    <dgm:pt modelId="{A74EB663-85B0-CA49-A1AA-E81411A36189}" type="pres">
      <dgm:prSet presAssocID="{58AF34A6-D64B-40D4-93BF-9E423E2A0C39}" presName="connectorText" presStyleLbl="sibTrans2D1" presStyleIdx="3" presStyleCnt="19"/>
      <dgm:spPr/>
    </dgm:pt>
    <dgm:pt modelId="{56F070D8-010C-8646-9941-8E940B34FC7F}" type="pres">
      <dgm:prSet presAssocID="{CB8E32AE-B13F-4F9E-9C99-A80D26046DDA}" presName="node" presStyleLbl="node1" presStyleIdx="4" presStyleCnt="20">
        <dgm:presLayoutVars>
          <dgm:bulletEnabled val="1"/>
        </dgm:presLayoutVars>
      </dgm:prSet>
      <dgm:spPr/>
    </dgm:pt>
    <dgm:pt modelId="{D20D2FC1-B805-A848-82D1-DD50336C577B}" type="pres">
      <dgm:prSet presAssocID="{F59019E7-D215-491F-BDA0-F209152221E0}" presName="sibTrans" presStyleLbl="sibTrans2D1" presStyleIdx="4" presStyleCnt="19"/>
      <dgm:spPr/>
    </dgm:pt>
    <dgm:pt modelId="{572C29A5-84EF-004E-98FF-3F790EAB06DF}" type="pres">
      <dgm:prSet presAssocID="{F59019E7-D215-491F-BDA0-F209152221E0}" presName="connectorText" presStyleLbl="sibTrans2D1" presStyleIdx="4" presStyleCnt="19"/>
      <dgm:spPr/>
    </dgm:pt>
    <dgm:pt modelId="{B8346D16-1CBE-0943-8A30-29406AD88844}" type="pres">
      <dgm:prSet presAssocID="{7F2C4C24-82AA-4FA5-AFB3-2D750ED52590}" presName="node" presStyleLbl="node1" presStyleIdx="5" presStyleCnt="20">
        <dgm:presLayoutVars>
          <dgm:bulletEnabled val="1"/>
        </dgm:presLayoutVars>
      </dgm:prSet>
      <dgm:spPr/>
    </dgm:pt>
    <dgm:pt modelId="{972C7022-4D37-7D40-9E3A-94D2E380DC7F}" type="pres">
      <dgm:prSet presAssocID="{543E723E-4D13-4BA3-9CD8-3877F0234E4D}" presName="sibTrans" presStyleLbl="sibTrans2D1" presStyleIdx="5" presStyleCnt="19"/>
      <dgm:spPr/>
    </dgm:pt>
    <dgm:pt modelId="{34A1FEA5-0641-CD4C-9A9A-E1D262247633}" type="pres">
      <dgm:prSet presAssocID="{543E723E-4D13-4BA3-9CD8-3877F0234E4D}" presName="connectorText" presStyleLbl="sibTrans2D1" presStyleIdx="5" presStyleCnt="19"/>
      <dgm:spPr/>
    </dgm:pt>
    <dgm:pt modelId="{D5B0A3E7-F07E-254F-AF39-9DCB257D3368}" type="pres">
      <dgm:prSet presAssocID="{21276D32-A208-4D87-8076-24DD0BC55C25}" presName="node" presStyleLbl="node1" presStyleIdx="6" presStyleCnt="20">
        <dgm:presLayoutVars>
          <dgm:bulletEnabled val="1"/>
        </dgm:presLayoutVars>
      </dgm:prSet>
      <dgm:spPr/>
    </dgm:pt>
    <dgm:pt modelId="{58BED746-F845-4542-9430-D87705FDC29D}" type="pres">
      <dgm:prSet presAssocID="{D4E13EE4-8104-4034-95DC-86E39CB9B1FB}" presName="sibTrans" presStyleLbl="sibTrans2D1" presStyleIdx="6" presStyleCnt="19"/>
      <dgm:spPr/>
    </dgm:pt>
    <dgm:pt modelId="{84DA810A-915A-F743-BCEE-AA40A6C794A1}" type="pres">
      <dgm:prSet presAssocID="{D4E13EE4-8104-4034-95DC-86E39CB9B1FB}" presName="connectorText" presStyleLbl="sibTrans2D1" presStyleIdx="6" presStyleCnt="19"/>
      <dgm:spPr/>
    </dgm:pt>
    <dgm:pt modelId="{0C621914-E8E5-AC4C-B8B7-745DDC091456}" type="pres">
      <dgm:prSet presAssocID="{4DCBFC3D-CE15-4585-83B4-2EE72CD8A47C}" presName="node" presStyleLbl="node1" presStyleIdx="7" presStyleCnt="20">
        <dgm:presLayoutVars>
          <dgm:bulletEnabled val="1"/>
        </dgm:presLayoutVars>
      </dgm:prSet>
      <dgm:spPr/>
    </dgm:pt>
    <dgm:pt modelId="{8EEC33E7-7EE8-4849-AD3C-FA198E4B2287}" type="pres">
      <dgm:prSet presAssocID="{C6B32EF6-0FB9-4C77-97CB-5045C0B4E3DB}" presName="sibTrans" presStyleLbl="sibTrans2D1" presStyleIdx="7" presStyleCnt="19"/>
      <dgm:spPr/>
    </dgm:pt>
    <dgm:pt modelId="{659E820D-E110-BA40-95A1-8C5CAE9FFDE5}" type="pres">
      <dgm:prSet presAssocID="{C6B32EF6-0FB9-4C77-97CB-5045C0B4E3DB}" presName="connectorText" presStyleLbl="sibTrans2D1" presStyleIdx="7" presStyleCnt="19"/>
      <dgm:spPr/>
    </dgm:pt>
    <dgm:pt modelId="{6E7C103D-DFED-8041-AA94-2086481B5B51}" type="pres">
      <dgm:prSet presAssocID="{4CF450B7-9E73-40E7-A211-E6EEA56616BE}" presName="node" presStyleLbl="node1" presStyleIdx="8" presStyleCnt="20">
        <dgm:presLayoutVars>
          <dgm:bulletEnabled val="1"/>
        </dgm:presLayoutVars>
      </dgm:prSet>
      <dgm:spPr/>
    </dgm:pt>
    <dgm:pt modelId="{2A7D5B4E-8436-D742-8E11-45818E0957B1}" type="pres">
      <dgm:prSet presAssocID="{BA6CEB05-0588-4CFE-8671-B70E555A3DD6}" presName="sibTrans" presStyleLbl="sibTrans2D1" presStyleIdx="8" presStyleCnt="19"/>
      <dgm:spPr/>
    </dgm:pt>
    <dgm:pt modelId="{EE2F38A9-8B90-8348-856A-988E6014D389}" type="pres">
      <dgm:prSet presAssocID="{BA6CEB05-0588-4CFE-8671-B70E555A3DD6}" presName="connectorText" presStyleLbl="sibTrans2D1" presStyleIdx="8" presStyleCnt="19"/>
      <dgm:spPr/>
    </dgm:pt>
    <dgm:pt modelId="{A9B1F8FD-BB55-7746-A793-5E0021BB1B55}" type="pres">
      <dgm:prSet presAssocID="{F386A3F8-15F1-49C6-9E91-4D0F142698FA}" presName="node" presStyleLbl="node1" presStyleIdx="9" presStyleCnt="20">
        <dgm:presLayoutVars>
          <dgm:bulletEnabled val="1"/>
        </dgm:presLayoutVars>
      </dgm:prSet>
      <dgm:spPr/>
    </dgm:pt>
    <dgm:pt modelId="{C8E4D1C4-64D8-5148-8EF2-56C832573F4F}" type="pres">
      <dgm:prSet presAssocID="{A46C5C6F-9F34-428F-9E3B-F5986BEB7B46}" presName="sibTrans" presStyleLbl="sibTrans2D1" presStyleIdx="9" presStyleCnt="19"/>
      <dgm:spPr/>
    </dgm:pt>
    <dgm:pt modelId="{57783728-100A-FC4D-A0B2-2FEE6DD26F61}" type="pres">
      <dgm:prSet presAssocID="{A46C5C6F-9F34-428F-9E3B-F5986BEB7B46}" presName="connectorText" presStyleLbl="sibTrans2D1" presStyleIdx="9" presStyleCnt="19"/>
      <dgm:spPr/>
    </dgm:pt>
    <dgm:pt modelId="{3FE9A61E-4169-F745-ACF0-EBCDB0C0DF42}" type="pres">
      <dgm:prSet presAssocID="{D99C61E4-CC3C-4F27-9880-4B3297E6172C}" presName="node" presStyleLbl="node1" presStyleIdx="10" presStyleCnt="20">
        <dgm:presLayoutVars>
          <dgm:bulletEnabled val="1"/>
        </dgm:presLayoutVars>
      </dgm:prSet>
      <dgm:spPr/>
    </dgm:pt>
    <dgm:pt modelId="{99E9AAE4-5141-1643-8B90-1EDED3B418AF}" type="pres">
      <dgm:prSet presAssocID="{16F5D0AF-865C-4D09-A80A-20F5C172D09F}" presName="sibTrans" presStyleLbl="sibTrans2D1" presStyleIdx="10" presStyleCnt="19"/>
      <dgm:spPr/>
    </dgm:pt>
    <dgm:pt modelId="{8EBBCFDE-8AE3-1344-8DBF-D3717CD1A9B0}" type="pres">
      <dgm:prSet presAssocID="{16F5D0AF-865C-4D09-A80A-20F5C172D09F}" presName="connectorText" presStyleLbl="sibTrans2D1" presStyleIdx="10" presStyleCnt="19"/>
      <dgm:spPr/>
    </dgm:pt>
    <dgm:pt modelId="{541872B3-E988-CB47-AC8E-962F180DCD64}" type="pres">
      <dgm:prSet presAssocID="{85A673BC-6368-45CC-B7E0-1ED7C5DC2856}" presName="node" presStyleLbl="node1" presStyleIdx="11" presStyleCnt="20">
        <dgm:presLayoutVars>
          <dgm:bulletEnabled val="1"/>
        </dgm:presLayoutVars>
      </dgm:prSet>
      <dgm:spPr/>
    </dgm:pt>
    <dgm:pt modelId="{5A4D5291-9EED-9143-A1E5-AEE6663C8330}" type="pres">
      <dgm:prSet presAssocID="{28F2CE76-728E-466A-A9E9-37CFDB2BDCA6}" presName="sibTrans" presStyleLbl="sibTrans2D1" presStyleIdx="11" presStyleCnt="19"/>
      <dgm:spPr/>
    </dgm:pt>
    <dgm:pt modelId="{7122DF3A-52DB-3B46-B95E-684BF4E054C3}" type="pres">
      <dgm:prSet presAssocID="{28F2CE76-728E-466A-A9E9-37CFDB2BDCA6}" presName="connectorText" presStyleLbl="sibTrans2D1" presStyleIdx="11" presStyleCnt="19"/>
      <dgm:spPr/>
    </dgm:pt>
    <dgm:pt modelId="{4772500E-24A0-B540-A147-9AFAC5404553}" type="pres">
      <dgm:prSet presAssocID="{10EAFD4B-A658-4ABC-A25D-27F870BE91AD}" presName="node" presStyleLbl="node1" presStyleIdx="12" presStyleCnt="20">
        <dgm:presLayoutVars>
          <dgm:bulletEnabled val="1"/>
        </dgm:presLayoutVars>
      </dgm:prSet>
      <dgm:spPr/>
    </dgm:pt>
    <dgm:pt modelId="{35537157-1CAC-D242-81E7-E7A7FACD9213}" type="pres">
      <dgm:prSet presAssocID="{DEDD0303-AEED-462C-ABE1-3D7D043FC285}" presName="sibTrans" presStyleLbl="sibTrans2D1" presStyleIdx="12" presStyleCnt="19"/>
      <dgm:spPr/>
    </dgm:pt>
    <dgm:pt modelId="{2136755E-E924-E643-AD73-6CD8A85E3D25}" type="pres">
      <dgm:prSet presAssocID="{DEDD0303-AEED-462C-ABE1-3D7D043FC285}" presName="connectorText" presStyleLbl="sibTrans2D1" presStyleIdx="12" presStyleCnt="19"/>
      <dgm:spPr/>
    </dgm:pt>
    <dgm:pt modelId="{9AABC8EE-8FCE-F74D-8D51-A22E696927BF}" type="pres">
      <dgm:prSet presAssocID="{892A5B85-1FD0-4260-B1F7-8A200112D97D}" presName="node" presStyleLbl="node1" presStyleIdx="13" presStyleCnt="20">
        <dgm:presLayoutVars>
          <dgm:bulletEnabled val="1"/>
        </dgm:presLayoutVars>
      </dgm:prSet>
      <dgm:spPr/>
    </dgm:pt>
    <dgm:pt modelId="{6124CF11-9A55-654E-A7E3-51E9B442E00A}" type="pres">
      <dgm:prSet presAssocID="{9B0F1BF3-91D0-4C22-A487-02C382DA5373}" presName="sibTrans" presStyleLbl="sibTrans2D1" presStyleIdx="13" presStyleCnt="19"/>
      <dgm:spPr/>
    </dgm:pt>
    <dgm:pt modelId="{A762D8C5-0B1B-8240-9F1E-0779A95A61A7}" type="pres">
      <dgm:prSet presAssocID="{9B0F1BF3-91D0-4C22-A487-02C382DA5373}" presName="connectorText" presStyleLbl="sibTrans2D1" presStyleIdx="13" presStyleCnt="19"/>
      <dgm:spPr/>
    </dgm:pt>
    <dgm:pt modelId="{C85D11E9-9D57-5842-8E7A-E2D73DC2DA6B}" type="pres">
      <dgm:prSet presAssocID="{EB80DB47-E86C-455F-99BA-B68F4D5CBCA8}" presName="node" presStyleLbl="node1" presStyleIdx="14" presStyleCnt="20">
        <dgm:presLayoutVars>
          <dgm:bulletEnabled val="1"/>
        </dgm:presLayoutVars>
      </dgm:prSet>
      <dgm:spPr/>
    </dgm:pt>
    <dgm:pt modelId="{B2518D89-89F6-DD45-BE2E-6E4BE2D0913F}" type="pres">
      <dgm:prSet presAssocID="{7848C081-C9FB-4FDE-9F0F-60BBB999BB4A}" presName="sibTrans" presStyleLbl="sibTrans2D1" presStyleIdx="14" presStyleCnt="19"/>
      <dgm:spPr/>
    </dgm:pt>
    <dgm:pt modelId="{00A4A103-153F-8647-BCB9-4CA4E8BB4E6D}" type="pres">
      <dgm:prSet presAssocID="{7848C081-C9FB-4FDE-9F0F-60BBB999BB4A}" presName="connectorText" presStyleLbl="sibTrans2D1" presStyleIdx="14" presStyleCnt="19"/>
      <dgm:spPr/>
    </dgm:pt>
    <dgm:pt modelId="{812F21A6-E9DC-2744-8116-D442FA725069}" type="pres">
      <dgm:prSet presAssocID="{788A6998-987E-4A04-BF3A-BD59D22851F2}" presName="node" presStyleLbl="node1" presStyleIdx="15" presStyleCnt="20">
        <dgm:presLayoutVars>
          <dgm:bulletEnabled val="1"/>
        </dgm:presLayoutVars>
      </dgm:prSet>
      <dgm:spPr/>
    </dgm:pt>
    <dgm:pt modelId="{2A5DC6DC-7254-C34C-A392-31E471378A8B}" type="pres">
      <dgm:prSet presAssocID="{54B9C893-75D3-4720-A624-7B50D3C023AF}" presName="sibTrans" presStyleLbl="sibTrans2D1" presStyleIdx="15" presStyleCnt="19"/>
      <dgm:spPr/>
    </dgm:pt>
    <dgm:pt modelId="{BDAFBEE5-3053-4E49-8EA7-880128D6B719}" type="pres">
      <dgm:prSet presAssocID="{54B9C893-75D3-4720-A624-7B50D3C023AF}" presName="connectorText" presStyleLbl="sibTrans2D1" presStyleIdx="15" presStyleCnt="19"/>
      <dgm:spPr/>
    </dgm:pt>
    <dgm:pt modelId="{BF74A9D2-2798-8E4B-85DC-BADE156496CA}" type="pres">
      <dgm:prSet presAssocID="{6EEE112B-430F-4763-BCB0-62CA24B0903E}" presName="node" presStyleLbl="node1" presStyleIdx="16" presStyleCnt="20">
        <dgm:presLayoutVars>
          <dgm:bulletEnabled val="1"/>
        </dgm:presLayoutVars>
      </dgm:prSet>
      <dgm:spPr/>
    </dgm:pt>
    <dgm:pt modelId="{ED02D811-649E-1849-8832-0B5CA9A1CCC3}" type="pres">
      <dgm:prSet presAssocID="{44FB7B94-6C13-42EB-BDDA-D39A79C777D8}" presName="sibTrans" presStyleLbl="sibTrans2D1" presStyleIdx="16" presStyleCnt="19"/>
      <dgm:spPr/>
    </dgm:pt>
    <dgm:pt modelId="{35F3CE7B-3E4D-F140-BE30-A884DDF2B54F}" type="pres">
      <dgm:prSet presAssocID="{44FB7B94-6C13-42EB-BDDA-D39A79C777D8}" presName="connectorText" presStyleLbl="sibTrans2D1" presStyleIdx="16" presStyleCnt="19"/>
      <dgm:spPr/>
    </dgm:pt>
    <dgm:pt modelId="{61278235-ACC1-CA4F-827A-7AF80B25FD64}" type="pres">
      <dgm:prSet presAssocID="{F5E529CC-FB39-4A20-AE9C-8447214039C2}" presName="node" presStyleLbl="node1" presStyleIdx="17" presStyleCnt="20">
        <dgm:presLayoutVars>
          <dgm:bulletEnabled val="1"/>
        </dgm:presLayoutVars>
      </dgm:prSet>
      <dgm:spPr/>
    </dgm:pt>
    <dgm:pt modelId="{5BEBA68F-A2E1-8E4A-A72C-456CBDC95BA1}" type="pres">
      <dgm:prSet presAssocID="{3A741141-4CF9-4986-B47A-01285F9F098D}" presName="sibTrans" presStyleLbl="sibTrans2D1" presStyleIdx="17" presStyleCnt="19"/>
      <dgm:spPr/>
    </dgm:pt>
    <dgm:pt modelId="{90881825-2D63-FC40-BBB9-3EB244068E65}" type="pres">
      <dgm:prSet presAssocID="{3A741141-4CF9-4986-B47A-01285F9F098D}" presName="connectorText" presStyleLbl="sibTrans2D1" presStyleIdx="17" presStyleCnt="19"/>
      <dgm:spPr/>
    </dgm:pt>
    <dgm:pt modelId="{945BADEC-B7EF-AE46-9CC7-9E92DF3DCA1F}" type="pres">
      <dgm:prSet presAssocID="{889AE90C-FD3A-4BBA-A79A-C2E606D6CEBF}" presName="node" presStyleLbl="node1" presStyleIdx="18" presStyleCnt="20">
        <dgm:presLayoutVars>
          <dgm:bulletEnabled val="1"/>
        </dgm:presLayoutVars>
      </dgm:prSet>
      <dgm:spPr/>
    </dgm:pt>
    <dgm:pt modelId="{1F79A572-9B22-E04C-8E61-1A62524C3681}" type="pres">
      <dgm:prSet presAssocID="{AF3981B6-CA72-4581-ADC8-5FFE3AFDB883}" presName="sibTrans" presStyleLbl="sibTrans2D1" presStyleIdx="18" presStyleCnt="19"/>
      <dgm:spPr/>
    </dgm:pt>
    <dgm:pt modelId="{7D183BCA-05BF-7F4A-90DB-1D3B92D13E2A}" type="pres">
      <dgm:prSet presAssocID="{AF3981B6-CA72-4581-ADC8-5FFE3AFDB883}" presName="connectorText" presStyleLbl="sibTrans2D1" presStyleIdx="18" presStyleCnt="19"/>
      <dgm:spPr/>
    </dgm:pt>
    <dgm:pt modelId="{E058FAF3-B048-D541-BDDC-F2367FD72499}" type="pres">
      <dgm:prSet presAssocID="{437B03EE-6791-4583-B21D-A87A5486A63B}" presName="node" presStyleLbl="node1" presStyleIdx="19" presStyleCnt="20">
        <dgm:presLayoutVars>
          <dgm:bulletEnabled val="1"/>
        </dgm:presLayoutVars>
      </dgm:prSet>
      <dgm:spPr/>
    </dgm:pt>
  </dgm:ptLst>
  <dgm:cxnLst>
    <dgm:cxn modelId="{25629902-547C-0A4F-A86F-DD75B457CD4B}" type="presOf" srcId="{F59019E7-D215-491F-BDA0-F209152221E0}" destId="{572C29A5-84EF-004E-98FF-3F790EAB06DF}" srcOrd="1" destOrd="0" presId="urn:microsoft.com/office/officeart/2005/8/layout/process5"/>
    <dgm:cxn modelId="{F5C50803-3B4A-410E-848F-B4817494A43B}" srcId="{FEAC4302-3E9F-4B9B-8186-4947E82D39B3}" destId="{892A5B85-1FD0-4260-B1F7-8A200112D97D}" srcOrd="13" destOrd="0" parTransId="{DFE19324-9758-4B6F-9B84-096202FEB1D7}" sibTransId="{9B0F1BF3-91D0-4C22-A487-02C382DA5373}"/>
    <dgm:cxn modelId="{1FD4B406-078F-294A-8EB5-C667A8C48C8C}" type="presOf" srcId="{4DCBFC3D-CE15-4585-83B4-2EE72CD8A47C}" destId="{0C621914-E8E5-AC4C-B8B7-745DDC091456}" srcOrd="0" destOrd="0" presId="urn:microsoft.com/office/officeart/2005/8/layout/process5"/>
    <dgm:cxn modelId="{5670C806-1C36-6243-9DD8-C988EDEE1E49}" type="presOf" srcId="{8BAB23ED-0880-48F9-8BA6-5C5F5177AA09}" destId="{C72C1102-1C15-2443-8750-3465A5585F21}" srcOrd="0" destOrd="0" presId="urn:microsoft.com/office/officeart/2005/8/layout/process5"/>
    <dgm:cxn modelId="{46F3850D-824F-F24F-895E-A3DF0A49B9B2}" type="presOf" srcId="{29E442B5-789B-40C7-896D-E6B5CD889034}" destId="{8C4EAFB9-5BBB-9F44-98E1-7524D603A97D}" srcOrd="0" destOrd="0" presId="urn:microsoft.com/office/officeart/2005/8/layout/process5"/>
    <dgm:cxn modelId="{93440413-F275-6F4F-96E3-5B98CB98AB59}" type="presOf" srcId="{A46C5C6F-9F34-428F-9E3B-F5986BEB7B46}" destId="{57783728-100A-FC4D-A0B2-2FEE6DD26F61}" srcOrd="1" destOrd="0" presId="urn:microsoft.com/office/officeart/2005/8/layout/process5"/>
    <dgm:cxn modelId="{6E103317-2A32-DF4D-A6DE-FE247AF32AB9}" type="presOf" srcId="{44FB7B94-6C13-42EB-BDDA-D39A79C777D8}" destId="{ED02D811-649E-1849-8832-0B5CA9A1CCC3}" srcOrd="0" destOrd="0" presId="urn:microsoft.com/office/officeart/2005/8/layout/process5"/>
    <dgm:cxn modelId="{7286DA18-FB11-C642-ACC3-D890FEFA203D}" type="presOf" srcId="{9B0F1BF3-91D0-4C22-A487-02C382DA5373}" destId="{6124CF11-9A55-654E-A7E3-51E9B442E00A}" srcOrd="0" destOrd="0" presId="urn:microsoft.com/office/officeart/2005/8/layout/process5"/>
    <dgm:cxn modelId="{918D7F1B-6378-624E-9E50-824B3FA71B57}" type="presOf" srcId="{28F2CE76-728E-466A-A9E9-37CFDB2BDCA6}" destId="{7122DF3A-52DB-3B46-B95E-684BF4E054C3}" srcOrd="1" destOrd="0" presId="urn:microsoft.com/office/officeart/2005/8/layout/process5"/>
    <dgm:cxn modelId="{32D0F022-57A2-354F-A44B-CD73D377002C}" type="presOf" srcId="{D99C61E4-CC3C-4F27-9880-4B3297E6172C}" destId="{3FE9A61E-4169-F745-ACF0-EBCDB0C0DF42}" srcOrd="0" destOrd="0" presId="urn:microsoft.com/office/officeart/2005/8/layout/process5"/>
    <dgm:cxn modelId="{39552C25-EC44-394B-BB27-836B1FE8C4F6}" type="presOf" srcId="{84DD2677-6395-4DE3-9F6F-AFD3CBD31D11}" destId="{55F9A256-DB20-854D-AE87-4621DB5D2415}" srcOrd="0" destOrd="0" presId="urn:microsoft.com/office/officeart/2005/8/layout/process5"/>
    <dgm:cxn modelId="{1DBF7625-18E1-4E42-A6FD-17DDB0C2EA99}" type="presOf" srcId="{84DD2677-6395-4DE3-9F6F-AFD3CBD31D11}" destId="{4649B70F-1ED8-D642-9A76-95664439E546}" srcOrd="1" destOrd="0" presId="urn:microsoft.com/office/officeart/2005/8/layout/process5"/>
    <dgm:cxn modelId="{04726F27-B4B4-1942-9C6F-C1FD0E696947}" type="presOf" srcId="{8BAB23ED-0880-48F9-8BA6-5C5F5177AA09}" destId="{1FFB54A2-C4AF-1047-BD9C-5C3A8AF57B43}" srcOrd="1" destOrd="0" presId="urn:microsoft.com/office/officeart/2005/8/layout/process5"/>
    <dgm:cxn modelId="{704F202A-6F77-48E6-83E2-A890BB532FD7}" srcId="{FEAC4302-3E9F-4B9B-8186-4947E82D39B3}" destId="{85A673BC-6368-45CC-B7E0-1ED7C5DC2856}" srcOrd="11" destOrd="0" parTransId="{0F94228D-576C-4F34-B946-DBBFA9459233}" sibTransId="{28F2CE76-728E-466A-A9E9-37CFDB2BDCA6}"/>
    <dgm:cxn modelId="{4BCEC32D-9800-6444-9E71-3827F5963805}" type="presOf" srcId="{DEDD0303-AEED-462C-ABE1-3D7D043FC285}" destId="{2136755E-E924-E643-AD73-6CD8A85E3D25}" srcOrd="1" destOrd="0" presId="urn:microsoft.com/office/officeart/2005/8/layout/process5"/>
    <dgm:cxn modelId="{E6C8EE34-DDA2-7D44-9034-2E9B169B5A2B}" type="presOf" srcId="{44FB7B94-6C13-42EB-BDDA-D39A79C777D8}" destId="{35F3CE7B-3E4D-F140-BE30-A884DDF2B54F}" srcOrd="1" destOrd="0" presId="urn:microsoft.com/office/officeart/2005/8/layout/process5"/>
    <dgm:cxn modelId="{583EE536-9361-3143-A9DC-812AF730FF9F}" type="presOf" srcId="{58AF34A6-D64B-40D4-93BF-9E423E2A0C39}" destId="{EC362BA0-5C2B-834E-9231-7888C2570B60}" srcOrd="0" destOrd="0" presId="urn:microsoft.com/office/officeart/2005/8/layout/process5"/>
    <dgm:cxn modelId="{478C953E-5A0A-8840-83DF-0165F68AFA55}" type="presOf" srcId="{7F2C4C24-82AA-4FA5-AFB3-2D750ED52590}" destId="{B8346D16-1CBE-0943-8A30-29406AD88844}" srcOrd="0" destOrd="0" presId="urn:microsoft.com/office/officeart/2005/8/layout/process5"/>
    <dgm:cxn modelId="{CB413641-C870-8D4C-986E-3402C2DE35C6}" type="presOf" srcId="{F5E529CC-FB39-4A20-AE9C-8447214039C2}" destId="{61278235-ACC1-CA4F-827A-7AF80B25FD64}" srcOrd="0" destOrd="0" presId="urn:microsoft.com/office/officeart/2005/8/layout/process5"/>
    <dgm:cxn modelId="{1207AC45-CFA2-9445-A4E8-EFCFA5A512D7}" type="presOf" srcId="{28F2CE76-728E-466A-A9E9-37CFDB2BDCA6}" destId="{5A4D5291-9EED-9143-A1E5-AEE6663C8330}" srcOrd="0" destOrd="0" presId="urn:microsoft.com/office/officeart/2005/8/layout/process5"/>
    <dgm:cxn modelId="{E588894A-38A5-416B-8853-5B48160EDF10}" srcId="{FEAC4302-3E9F-4B9B-8186-4947E82D39B3}" destId="{C8E14993-A527-4599-8CD1-18DB9DC3DD5D}" srcOrd="3" destOrd="0" parTransId="{185BA7E9-5AC6-4B47-A075-A1DC51B5EFDB}" sibTransId="{58AF34A6-D64B-40D4-93BF-9E423E2A0C39}"/>
    <dgm:cxn modelId="{2BAA1751-8DD3-3144-A3E0-0E7CE029DDD4}" type="presOf" srcId="{3A741141-4CF9-4986-B47A-01285F9F098D}" destId="{90881825-2D63-FC40-BBB9-3EB244068E65}" srcOrd="1" destOrd="0" presId="urn:microsoft.com/office/officeart/2005/8/layout/process5"/>
    <dgm:cxn modelId="{3A803157-1C3C-4C5A-97DE-CDCE031CFE3F}" srcId="{FEAC4302-3E9F-4B9B-8186-4947E82D39B3}" destId="{26F7BE3D-8F2A-4F96-8CC1-647EA98FE9D0}" srcOrd="0" destOrd="0" parTransId="{9D336EE2-8E41-4322-A202-FAFF9F82B615}" sibTransId="{8BAB23ED-0880-48F9-8BA6-5C5F5177AA09}"/>
    <dgm:cxn modelId="{9175C95B-DAE8-4743-9A91-76040582B378}" type="presOf" srcId="{4F12B833-CE5E-4A90-B0AB-CFB5030A3C44}" destId="{204563F5-F733-974A-AB5E-4E0EAEAB8873}" srcOrd="1" destOrd="0" presId="urn:microsoft.com/office/officeart/2005/8/layout/process5"/>
    <dgm:cxn modelId="{6C367B5C-A2F0-3E49-BF14-F07DA0785541}" type="presOf" srcId="{16F5D0AF-865C-4D09-A80A-20F5C172D09F}" destId="{8EBBCFDE-8AE3-1344-8DBF-D3717CD1A9B0}" srcOrd="1" destOrd="0" presId="urn:microsoft.com/office/officeart/2005/8/layout/process5"/>
    <dgm:cxn modelId="{9C999C60-EE6C-0044-B1C3-7BEC5E4CF4AC}" type="presOf" srcId="{F59019E7-D215-491F-BDA0-F209152221E0}" destId="{D20D2FC1-B805-A848-82D1-DD50336C577B}" srcOrd="0" destOrd="0" presId="urn:microsoft.com/office/officeart/2005/8/layout/process5"/>
    <dgm:cxn modelId="{E8CDA962-BA60-284F-8C1D-12B0FF483BD3}" type="presOf" srcId="{AF3981B6-CA72-4581-ADC8-5FFE3AFDB883}" destId="{1F79A572-9B22-E04C-8E61-1A62524C3681}" srcOrd="0" destOrd="0" presId="urn:microsoft.com/office/officeart/2005/8/layout/process5"/>
    <dgm:cxn modelId="{F25D9665-E8C2-426B-8E02-A156AF8B692C}" srcId="{FEAC4302-3E9F-4B9B-8186-4947E82D39B3}" destId="{EB80DB47-E86C-455F-99BA-B68F4D5CBCA8}" srcOrd="14" destOrd="0" parTransId="{E93D70B5-B24A-480D-B294-ABD51A7CA9F8}" sibTransId="{7848C081-C9FB-4FDE-9F0F-60BBB999BB4A}"/>
    <dgm:cxn modelId="{9D9AD666-51A2-0C49-94D0-4E1BE170A856}" type="presOf" srcId="{EB80DB47-E86C-455F-99BA-B68F4D5CBCA8}" destId="{C85D11E9-9D57-5842-8E7A-E2D73DC2DA6B}" srcOrd="0" destOrd="0" presId="urn:microsoft.com/office/officeart/2005/8/layout/process5"/>
    <dgm:cxn modelId="{5895EA69-0F57-46AE-BDFF-1871B104255F}" srcId="{FEAC4302-3E9F-4B9B-8186-4947E82D39B3}" destId="{10EAFD4B-A658-4ABC-A25D-27F870BE91AD}" srcOrd="12" destOrd="0" parTransId="{122899A6-835A-40F4-B502-AB4A0A474D7C}" sibTransId="{DEDD0303-AEED-462C-ABE1-3D7D043FC285}"/>
    <dgm:cxn modelId="{0D4BB86D-FD40-734E-81A4-A5D97CF82295}" type="presOf" srcId="{26F7BE3D-8F2A-4F96-8CC1-647EA98FE9D0}" destId="{64F47CED-999B-2347-9A89-1B4A2EF5CCD8}" srcOrd="0" destOrd="0" presId="urn:microsoft.com/office/officeart/2005/8/layout/process5"/>
    <dgm:cxn modelId="{E38C3F76-BEA2-3845-AFC8-27F89EB4ABEA}" type="presOf" srcId="{DEDD0303-AEED-462C-ABE1-3D7D043FC285}" destId="{35537157-1CAC-D242-81E7-E7A7FACD9213}" srcOrd="0" destOrd="0" presId="urn:microsoft.com/office/officeart/2005/8/layout/process5"/>
    <dgm:cxn modelId="{7D453877-89BB-1F48-88E4-A94A0391D8E2}" type="presOf" srcId="{85A673BC-6368-45CC-B7E0-1ED7C5DC2856}" destId="{541872B3-E988-CB47-AC8E-962F180DCD64}" srcOrd="0" destOrd="0" presId="urn:microsoft.com/office/officeart/2005/8/layout/process5"/>
    <dgm:cxn modelId="{D5C2A577-24DA-5945-B08B-51F8ECDB28C6}" type="presOf" srcId="{BA6CEB05-0588-4CFE-8671-B70E555A3DD6}" destId="{2A7D5B4E-8436-D742-8E11-45818E0957B1}" srcOrd="0" destOrd="0" presId="urn:microsoft.com/office/officeart/2005/8/layout/process5"/>
    <dgm:cxn modelId="{E077A678-DE22-634B-89E7-3B45168490F6}" type="presOf" srcId="{C6B32EF6-0FB9-4C77-97CB-5045C0B4E3DB}" destId="{8EEC33E7-7EE8-4849-AD3C-FA198E4B2287}" srcOrd="0" destOrd="0" presId="urn:microsoft.com/office/officeart/2005/8/layout/process5"/>
    <dgm:cxn modelId="{824C9D79-B09D-6041-84CE-95C78AA0FA9B}" type="presOf" srcId="{F386A3F8-15F1-49C6-9E91-4D0F142698FA}" destId="{A9B1F8FD-BB55-7746-A793-5E0021BB1B55}" srcOrd="0" destOrd="0" presId="urn:microsoft.com/office/officeart/2005/8/layout/process5"/>
    <dgm:cxn modelId="{08E3F67C-92BE-E746-950F-55FC9FC57160}" type="presOf" srcId="{BA6CEB05-0588-4CFE-8671-B70E555A3DD6}" destId="{EE2F38A9-8B90-8348-856A-988E6014D389}" srcOrd="1" destOrd="0" presId="urn:microsoft.com/office/officeart/2005/8/layout/process5"/>
    <dgm:cxn modelId="{7CD18382-C1E6-4F1E-86D7-A988D61E1086}" srcId="{FEAC4302-3E9F-4B9B-8186-4947E82D39B3}" destId="{CB8E32AE-B13F-4F9E-9C99-A80D26046DDA}" srcOrd="4" destOrd="0" parTransId="{73AEA3A3-43B3-4A97-AA70-4507E25632EE}" sibTransId="{F59019E7-D215-491F-BDA0-F209152221E0}"/>
    <dgm:cxn modelId="{728F4486-1A41-424F-8E0F-42CBF00F374A}" srcId="{FEAC4302-3E9F-4B9B-8186-4947E82D39B3}" destId="{4CF450B7-9E73-40E7-A211-E6EEA56616BE}" srcOrd="8" destOrd="0" parTransId="{E9DCB0A4-6372-458D-9E0D-4A94BCB60464}" sibTransId="{BA6CEB05-0588-4CFE-8671-B70E555A3DD6}"/>
    <dgm:cxn modelId="{7DA97286-B11F-6448-9BE0-88DE6F25BD56}" type="presOf" srcId="{54B9C893-75D3-4720-A624-7B50D3C023AF}" destId="{BDAFBEE5-3053-4E49-8EA7-880128D6B719}" srcOrd="1" destOrd="0" presId="urn:microsoft.com/office/officeart/2005/8/layout/process5"/>
    <dgm:cxn modelId="{DD37F488-86E7-6C43-85BE-113670EB8881}" type="presOf" srcId="{9B0F1BF3-91D0-4C22-A487-02C382DA5373}" destId="{A762D8C5-0B1B-8240-9F1E-0779A95A61A7}" srcOrd="1" destOrd="0" presId="urn:microsoft.com/office/officeart/2005/8/layout/process5"/>
    <dgm:cxn modelId="{B99BFA88-53D8-F04B-9D5F-190A12555F56}" type="presOf" srcId="{16F5D0AF-865C-4D09-A80A-20F5C172D09F}" destId="{99E9AAE4-5141-1643-8B90-1EDED3B418AF}" srcOrd="0" destOrd="0" presId="urn:microsoft.com/office/officeart/2005/8/layout/process5"/>
    <dgm:cxn modelId="{832A478E-AEC1-CC4F-B560-B5392A54A8E7}" type="presOf" srcId="{D4E13EE4-8104-4034-95DC-86E39CB9B1FB}" destId="{84DA810A-915A-F743-BCEE-AA40A6C794A1}" srcOrd="1" destOrd="0" presId="urn:microsoft.com/office/officeart/2005/8/layout/process5"/>
    <dgm:cxn modelId="{6717B28E-7D78-DC49-9D06-E675C91CB342}" type="presOf" srcId="{3A741141-4CF9-4986-B47A-01285F9F098D}" destId="{5BEBA68F-A2E1-8E4A-A72C-456CBDC95BA1}" srcOrd="0" destOrd="0" presId="urn:microsoft.com/office/officeart/2005/8/layout/process5"/>
    <dgm:cxn modelId="{3354188F-B8A8-0F4C-B6A8-5E441E766688}" type="presOf" srcId="{A46C5C6F-9F34-428F-9E3B-F5986BEB7B46}" destId="{C8E4D1C4-64D8-5148-8EF2-56C832573F4F}" srcOrd="0" destOrd="0" presId="urn:microsoft.com/office/officeart/2005/8/layout/process5"/>
    <dgm:cxn modelId="{3FB8508F-6894-D344-8DC6-86F70229E1A1}" type="presOf" srcId="{543E723E-4D13-4BA3-9CD8-3877F0234E4D}" destId="{972C7022-4D37-7D40-9E3A-94D2E380DC7F}" srcOrd="0" destOrd="0" presId="urn:microsoft.com/office/officeart/2005/8/layout/process5"/>
    <dgm:cxn modelId="{58324297-4D14-CC48-BAEE-EE3C29AF0DCB}" type="presOf" srcId="{C8E14993-A527-4599-8CD1-18DB9DC3DD5D}" destId="{A2537644-4E5B-9944-BDFE-F8EEBFCBA458}" srcOrd="0" destOrd="0" presId="urn:microsoft.com/office/officeart/2005/8/layout/process5"/>
    <dgm:cxn modelId="{FDE0ED99-5F6E-1D40-ADE8-B14EAC0AE63C}" type="presOf" srcId="{FEAC4302-3E9F-4B9B-8186-4947E82D39B3}" destId="{E03D18C9-F740-C943-8BBA-85E1D1762523}" srcOrd="0" destOrd="0" presId="urn:microsoft.com/office/officeart/2005/8/layout/process5"/>
    <dgm:cxn modelId="{65A0F299-CA2A-7E49-A147-0D808852B1EE}" type="presOf" srcId="{58AF34A6-D64B-40D4-93BF-9E423E2A0C39}" destId="{A74EB663-85B0-CA49-A1AA-E81411A36189}" srcOrd="1" destOrd="0" presId="urn:microsoft.com/office/officeart/2005/8/layout/process5"/>
    <dgm:cxn modelId="{8A35A39E-1FBF-4F49-B59B-DE7F1D65A9BA}" type="presOf" srcId="{543E723E-4D13-4BA3-9CD8-3877F0234E4D}" destId="{34A1FEA5-0641-CD4C-9A9A-E1D262247633}" srcOrd="1" destOrd="0" presId="urn:microsoft.com/office/officeart/2005/8/layout/process5"/>
    <dgm:cxn modelId="{E965839F-4561-42FB-B50F-4473F99A6E0C}" srcId="{FEAC4302-3E9F-4B9B-8186-4947E82D39B3}" destId="{6EEE112B-430F-4763-BCB0-62CA24B0903E}" srcOrd="16" destOrd="0" parTransId="{F29BACAC-305F-483A-8418-DF7488A7F679}" sibTransId="{44FB7B94-6C13-42EB-BDDA-D39A79C777D8}"/>
    <dgm:cxn modelId="{EF8BAE9F-A47A-45CA-94DB-FF2FDD039CDB}" srcId="{FEAC4302-3E9F-4B9B-8186-4947E82D39B3}" destId="{D99C61E4-CC3C-4F27-9880-4B3297E6172C}" srcOrd="10" destOrd="0" parTransId="{4D3FFE0D-5574-4B73-AD43-9B36FBFBB0D6}" sibTransId="{16F5D0AF-865C-4D09-A80A-20F5C172D09F}"/>
    <dgm:cxn modelId="{8748E89F-0F62-A045-B563-980877998FB7}" type="presOf" srcId="{C6B32EF6-0FB9-4C77-97CB-5045C0B4E3DB}" destId="{659E820D-E110-BA40-95A1-8C5CAE9FFDE5}" srcOrd="1" destOrd="0" presId="urn:microsoft.com/office/officeart/2005/8/layout/process5"/>
    <dgm:cxn modelId="{B87D46A2-3B91-4198-93EF-04A0AF83F948}" srcId="{FEAC4302-3E9F-4B9B-8186-4947E82D39B3}" destId="{788A6998-987E-4A04-BF3A-BD59D22851F2}" srcOrd="15" destOrd="0" parTransId="{519C6B3C-A3CB-4CB3-877B-663750320368}" sibTransId="{54B9C893-75D3-4720-A624-7B50D3C023AF}"/>
    <dgm:cxn modelId="{5E404AA2-3463-6C46-9825-D80399DE5376}" type="presOf" srcId="{892A5B85-1FD0-4260-B1F7-8A200112D97D}" destId="{9AABC8EE-8FCE-F74D-8D51-A22E696927BF}" srcOrd="0" destOrd="0" presId="urn:microsoft.com/office/officeart/2005/8/layout/process5"/>
    <dgm:cxn modelId="{EA67A1A5-3C19-4BDE-95CE-6D0D0EDDE6AC}" srcId="{FEAC4302-3E9F-4B9B-8186-4947E82D39B3}" destId="{4DCBFC3D-CE15-4585-83B4-2EE72CD8A47C}" srcOrd="7" destOrd="0" parTransId="{632B83F9-4B73-475F-8E09-FF36391B5138}" sibTransId="{C6B32EF6-0FB9-4C77-97CB-5045C0B4E3DB}"/>
    <dgm:cxn modelId="{B6790CA7-9005-4120-9250-6161B91C3862}" srcId="{FEAC4302-3E9F-4B9B-8186-4947E82D39B3}" destId="{21276D32-A208-4D87-8076-24DD0BC55C25}" srcOrd="6" destOrd="0" parTransId="{ED55626C-C2EF-4F29-BF53-0E0083CD421A}" sibTransId="{D4E13EE4-8104-4034-95DC-86E39CB9B1FB}"/>
    <dgm:cxn modelId="{5D0E21A7-DFA9-4012-9758-1484129F75D2}" srcId="{FEAC4302-3E9F-4B9B-8186-4947E82D39B3}" destId="{29E442B5-789B-40C7-896D-E6B5CD889034}" srcOrd="1" destOrd="0" parTransId="{B1EAE26E-3CBB-4EE9-B7A6-08FC8C9BEA2E}" sibTransId="{84DD2677-6395-4DE3-9F6F-AFD3CBD31D11}"/>
    <dgm:cxn modelId="{1C6C5BAA-4B6F-4300-8100-33C2F755EE8B}" srcId="{FEAC4302-3E9F-4B9B-8186-4947E82D39B3}" destId="{437B03EE-6791-4583-B21D-A87A5486A63B}" srcOrd="19" destOrd="0" parTransId="{2054DA8B-525C-4D26-B5AC-78340476FFB9}" sibTransId="{11A78FCD-DFFE-47D1-9457-CAE961FA2774}"/>
    <dgm:cxn modelId="{4D2AD4AA-CE95-1E41-9967-1AA56F6EFCB1}" type="presOf" srcId="{7848C081-C9FB-4FDE-9F0F-60BBB999BB4A}" destId="{B2518D89-89F6-DD45-BE2E-6E4BE2D0913F}" srcOrd="0" destOrd="0" presId="urn:microsoft.com/office/officeart/2005/8/layout/process5"/>
    <dgm:cxn modelId="{CA13E7AB-87A0-664F-B1BA-203B8523F986}" type="presOf" srcId="{4F12B833-CE5E-4A90-B0AB-CFB5030A3C44}" destId="{F11002B3-AED2-F342-846F-6F38C536D892}" srcOrd="0" destOrd="0" presId="urn:microsoft.com/office/officeart/2005/8/layout/process5"/>
    <dgm:cxn modelId="{D606B2AC-98DE-0D4D-B2D1-0AACAE55BE73}" type="presOf" srcId="{6EEE112B-430F-4763-BCB0-62CA24B0903E}" destId="{BF74A9D2-2798-8E4B-85DC-BADE156496CA}" srcOrd="0" destOrd="0" presId="urn:microsoft.com/office/officeart/2005/8/layout/process5"/>
    <dgm:cxn modelId="{6E552FAF-1572-694B-80CB-C7DDC6E51C9E}" type="presOf" srcId="{21276D32-A208-4D87-8076-24DD0BC55C25}" destId="{D5B0A3E7-F07E-254F-AF39-9DCB257D3368}" srcOrd="0" destOrd="0" presId="urn:microsoft.com/office/officeart/2005/8/layout/process5"/>
    <dgm:cxn modelId="{C4BA90B7-1476-BD40-8CF6-5652B1AF62FF}" type="presOf" srcId="{7848C081-C9FB-4FDE-9F0F-60BBB999BB4A}" destId="{00A4A103-153F-8647-BCB9-4CA4E8BB4E6D}" srcOrd="1" destOrd="0" presId="urn:microsoft.com/office/officeart/2005/8/layout/process5"/>
    <dgm:cxn modelId="{649720B8-234C-488F-88FD-4B244BB44CCD}" srcId="{FEAC4302-3E9F-4B9B-8186-4947E82D39B3}" destId="{7F2C4C24-82AA-4FA5-AFB3-2D750ED52590}" srcOrd="5" destOrd="0" parTransId="{D355C1D9-C910-4A1E-8E7B-10A76F3B2DA7}" sibTransId="{543E723E-4D13-4BA3-9CD8-3877F0234E4D}"/>
    <dgm:cxn modelId="{F11B53C3-6932-4D52-BB22-E49B2B482764}" srcId="{FEAC4302-3E9F-4B9B-8186-4947E82D39B3}" destId="{F386A3F8-15F1-49C6-9E91-4D0F142698FA}" srcOrd="9" destOrd="0" parTransId="{2A9A70EC-11A6-4A8D-94D4-CDE240077532}" sibTransId="{A46C5C6F-9F34-428F-9E3B-F5986BEB7B46}"/>
    <dgm:cxn modelId="{5F82C6C3-75C1-F046-BA69-B2581CD03933}" type="presOf" srcId="{4CF450B7-9E73-40E7-A211-E6EEA56616BE}" destId="{6E7C103D-DFED-8041-AA94-2086481B5B51}" srcOrd="0" destOrd="0" presId="urn:microsoft.com/office/officeart/2005/8/layout/process5"/>
    <dgm:cxn modelId="{A66AEDC3-506C-BF42-9D72-245F604FDBB7}" type="presOf" srcId="{AF3981B6-CA72-4581-ADC8-5FFE3AFDB883}" destId="{7D183BCA-05BF-7F4A-90DB-1D3B92D13E2A}" srcOrd="1" destOrd="0" presId="urn:microsoft.com/office/officeart/2005/8/layout/process5"/>
    <dgm:cxn modelId="{A1BC29CE-58CC-0A4F-A5F4-F7A7458DBA07}" type="presOf" srcId="{788A6998-987E-4A04-BF3A-BD59D22851F2}" destId="{812F21A6-E9DC-2744-8116-D442FA725069}" srcOrd="0" destOrd="0" presId="urn:microsoft.com/office/officeart/2005/8/layout/process5"/>
    <dgm:cxn modelId="{D58002CF-5715-0A4C-B8F8-31B70848D9DC}" type="presOf" srcId="{54B9C893-75D3-4720-A624-7B50D3C023AF}" destId="{2A5DC6DC-7254-C34C-A392-31E471378A8B}" srcOrd="0" destOrd="0" presId="urn:microsoft.com/office/officeart/2005/8/layout/process5"/>
    <dgm:cxn modelId="{3B526AD1-BD1F-4F16-8123-F6796DE765E5}" srcId="{FEAC4302-3E9F-4B9B-8186-4947E82D39B3}" destId="{F5E529CC-FB39-4A20-AE9C-8447214039C2}" srcOrd="17" destOrd="0" parTransId="{98BE495D-BED9-4FD8-80AC-5A74986028AD}" sibTransId="{3A741141-4CF9-4986-B47A-01285F9F098D}"/>
    <dgm:cxn modelId="{A160A9DB-2499-4145-89C5-3BB6A16E8D24}" type="presOf" srcId="{CB8E32AE-B13F-4F9E-9C99-A80D26046DDA}" destId="{56F070D8-010C-8646-9941-8E940B34FC7F}" srcOrd="0" destOrd="0" presId="urn:microsoft.com/office/officeart/2005/8/layout/process5"/>
    <dgm:cxn modelId="{16122FDD-6B59-4DC1-8759-4A7E7E520C3A}" srcId="{FEAC4302-3E9F-4B9B-8186-4947E82D39B3}" destId="{889AE90C-FD3A-4BBA-A79A-C2E606D6CEBF}" srcOrd="18" destOrd="0" parTransId="{E9B122B0-71A3-40E8-9CB8-DCE60BEE7FBD}" sibTransId="{AF3981B6-CA72-4581-ADC8-5FFE3AFDB883}"/>
    <dgm:cxn modelId="{75D118E3-417E-C548-B278-985E034AA23C}" type="presOf" srcId="{10EAFD4B-A658-4ABC-A25D-27F870BE91AD}" destId="{4772500E-24A0-B540-A147-9AFAC5404553}" srcOrd="0" destOrd="0" presId="urn:microsoft.com/office/officeart/2005/8/layout/process5"/>
    <dgm:cxn modelId="{DFDDB8E8-C339-BE46-94B0-A997D93469CA}" type="presOf" srcId="{D4E13EE4-8104-4034-95DC-86E39CB9B1FB}" destId="{58BED746-F845-4542-9430-D87705FDC29D}" srcOrd="0" destOrd="0" presId="urn:microsoft.com/office/officeart/2005/8/layout/process5"/>
    <dgm:cxn modelId="{077D94EC-87B1-8743-B9D0-6359794E0B68}" type="presOf" srcId="{413C4036-E6E2-4208-ADE0-9C7C7320FBC8}" destId="{2DB2F14B-B05D-824F-B9CE-2340A1D18DE6}" srcOrd="0" destOrd="0" presId="urn:microsoft.com/office/officeart/2005/8/layout/process5"/>
    <dgm:cxn modelId="{017718F6-846C-E048-B673-CA46611768AA}" type="presOf" srcId="{437B03EE-6791-4583-B21D-A87A5486A63B}" destId="{E058FAF3-B048-D541-BDDC-F2367FD72499}" srcOrd="0" destOrd="0" presId="urn:microsoft.com/office/officeart/2005/8/layout/process5"/>
    <dgm:cxn modelId="{52E828F9-EE56-476F-90C0-6953D82EBBBD}" srcId="{FEAC4302-3E9F-4B9B-8186-4947E82D39B3}" destId="{413C4036-E6E2-4208-ADE0-9C7C7320FBC8}" srcOrd="2" destOrd="0" parTransId="{62493F9E-49B0-413A-9090-3D56356C1D4F}" sibTransId="{4F12B833-CE5E-4A90-B0AB-CFB5030A3C44}"/>
    <dgm:cxn modelId="{1EF2FDFB-5E5E-E741-A0B5-F08DF333A359}" type="presOf" srcId="{889AE90C-FD3A-4BBA-A79A-C2E606D6CEBF}" destId="{945BADEC-B7EF-AE46-9CC7-9E92DF3DCA1F}" srcOrd="0" destOrd="0" presId="urn:microsoft.com/office/officeart/2005/8/layout/process5"/>
    <dgm:cxn modelId="{EC3DEC3F-8F5F-9C48-842B-57069A2A691A}" type="presParOf" srcId="{E03D18C9-F740-C943-8BBA-85E1D1762523}" destId="{64F47CED-999B-2347-9A89-1B4A2EF5CCD8}" srcOrd="0" destOrd="0" presId="urn:microsoft.com/office/officeart/2005/8/layout/process5"/>
    <dgm:cxn modelId="{139E5F16-73C1-F341-B2E3-824AB46372BF}" type="presParOf" srcId="{E03D18C9-F740-C943-8BBA-85E1D1762523}" destId="{C72C1102-1C15-2443-8750-3465A5585F21}" srcOrd="1" destOrd="0" presId="urn:microsoft.com/office/officeart/2005/8/layout/process5"/>
    <dgm:cxn modelId="{105D9535-7D19-DF46-854C-8D07A1FFDA70}" type="presParOf" srcId="{C72C1102-1C15-2443-8750-3465A5585F21}" destId="{1FFB54A2-C4AF-1047-BD9C-5C3A8AF57B43}" srcOrd="0" destOrd="0" presId="urn:microsoft.com/office/officeart/2005/8/layout/process5"/>
    <dgm:cxn modelId="{F415F87C-ECE9-CC48-9A8B-FDC7FC0212FB}" type="presParOf" srcId="{E03D18C9-F740-C943-8BBA-85E1D1762523}" destId="{8C4EAFB9-5BBB-9F44-98E1-7524D603A97D}" srcOrd="2" destOrd="0" presId="urn:microsoft.com/office/officeart/2005/8/layout/process5"/>
    <dgm:cxn modelId="{52739D67-E9E0-ED44-AD1B-51F1FB9EB436}" type="presParOf" srcId="{E03D18C9-F740-C943-8BBA-85E1D1762523}" destId="{55F9A256-DB20-854D-AE87-4621DB5D2415}" srcOrd="3" destOrd="0" presId="urn:microsoft.com/office/officeart/2005/8/layout/process5"/>
    <dgm:cxn modelId="{BB1833EF-7941-974C-A250-E99AD992F9ED}" type="presParOf" srcId="{55F9A256-DB20-854D-AE87-4621DB5D2415}" destId="{4649B70F-1ED8-D642-9A76-95664439E546}" srcOrd="0" destOrd="0" presId="urn:microsoft.com/office/officeart/2005/8/layout/process5"/>
    <dgm:cxn modelId="{AC78F02E-5D80-6244-925E-ACF0F2700924}" type="presParOf" srcId="{E03D18C9-F740-C943-8BBA-85E1D1762523}" destId="{2DB2F14B-B05D-824F-B9CE-2340A1D18DE6}" srcOrd="4" destOrd="0" presId="urn:microsoft.com/office/officeart/2005/8/layout/process5"/>
    <dgm:cxn modelId="{7B4AAC0D-34D9-BC40-910E-29CC9E5DE002}" type="presParOf" srcId="{E03D18C9-F740-C943-8BBA-85E1D1762523}" destId="{F11002B3-AED2-F342-846F-6F38C536D892}" srcOrd="5" destOrd="0" presId="urn:microsoft.com/office/officeart/2005/8/layout/process5"/>
    <dgm:cxn modelId="{4BA4E44D-A75F-D249-84EE-1C69E0B86378}" type="presParOf" srcId="{F11002B3-AED2-F342-846F-6F38C536D892}" destId="{204563F5-F733-974A-AB5E-4E0EAEAB8873}" srcOrd="0" destOrd="0" presId="urn:microsoft.com/office/officeart/2005/8/layout/process5"/>
    <dgm:cxn modelId="{36116724-D7C2-C649-BCFD-2DE579011B39}" type="presParOf" srcId="{E03D18C9-F740-C943-8BBA-85E1D1762523}" destId="{A2537644-4E5B-9944-BDFE-F8EEBFCBA458}" srcOrd="6" destOrd="0" presId="urn:microsoft.com/office/officeart/2005/8/layout/process5"/>
    <dgm:cxn modelId="{5D56B06B-8697-DE4B-A126-865FD4584BA8}" type="presParOf" srcId="{E03D18C9-F740-C943-8BBA-85E1D1762523}" destId="{EC362BA0-5C2B-834E-9231-7888C2570B60}" srcOrd="7" destOrd="0" presId="urn:microsoft.com/office/officeart/2005/8/layout/process5"/>
    <dgm:cxn modelId="{0B9033A6-8DC8-1F47-AD11-C24BF3496877}" type="presParOf" srcId="{EC362BA0-5C2B-834E-9231-7888C2570B60}" destId="{A74EB663-85B0-CA49-A1AA-E81411A36189}" srcOrd="0" destOrd="0" presId="urn:microsoft.com/office/officeart/2005/8/layout/process5"/>
    <dgm:cxn modelId="{C38A304C-C009-5045-B897-C629807F49DB}" type="presParOf" srcId="{E03D18C9-F740-C943-8BBA-85E1D1762523}" destId="{56F070D8-010C-8646-9941-8E940B34FC7F}" srcOrd="8" destOrd="0" presId="urn:microsoft.com/office/officeart/2005/8/layout/process5"/>
    <dgm:cxn modelId="{38954832-ED15-A64D-A63B-4D2D4D4F18D1}" type="presParOf" srcId="{E03D18C9-F740-C943-8BBA-85E1D1762523}" destId="{D20D2FC1-B805-A848-82D1-DD50336C577B}" srcOrd="9" destOrd="0" presId="urn:microsoft.com/office/officeart/2005/8/layout/process5"/>
    <dgm:cxn modelId="{0C411630-116E-964A-B5AD-60C4C17B8A99}" type="presParOf" srcId="{D20D2FC1-B805-A848-82D1-DD50336C577B}" destId="{572C29A5-84EF-004E-98FF-3F790EAB06DF}" srcOrd="0" destOrd="0" presId="urn:microsoft.com/office/officeart/2005/8/layout/process5"/>
    <dgm:cxn modelId="{A1D48866-331B-914D-8BAF-043B2CE96E51}" type="presParOf" srcId="{E03D18C9-F740-C943-8BBA-85E1D1762523}" destId="{B8346D16-1CBE-0943-8A30-29406AD88844}" srcOrd="10" destOrd="0" presId="urn:microsoft.com/office/officeart/2005/8/layout/process5"/>
    <dgm:cxn modelId="{A9215677-935D-4847-B9D2-D011F0088C08}" type="presParOf" srcId="{E03D18C9-F740-C943-8BBA-85E1D1762523}" destId="{972C7022-4D37-7D40-9E3A-94D2E380DC7F}" srcOrd="11" destOrd="0" presId="urn:microsoft.com/office/officeart/2005/8/layout/process5"/>
    <dgm:cxn modelId="{A192AC1E-417F-3E47-8D5D-62A9239AB2A3}" type="presParOf" srcId="{972C7022-4D37-7D40-9E3A-94D2E380DC7F}" destId="{34A1FEA5-0641-CD4C-9A9A-E1D262247633}" srcOrd="0" destOrd="0" presId="urn:microsoft.com/office/officeart/2005/8/layout/process5"/>
    <dgm:cxn modelId="{59C867A8-BD53-E74A-ABAD-FD79FC0F046D}" type="presParOf" srcId="{E03D18C9-F740-C943-8BBA-85E1D1762523}" destId="{D5B0A3E7-F07E-254F-AF39-9DCB257D3368}" srcOrd="12" destOrd="0" presId="urn:microsoft.com/office/officeart/2005/8/layout/process5"/>
    <dgm:cxn modelId="{A32CD152-2F55-FE44-AA2E-821926222124}" type="presParOf" srcId="{E03D18C9-F740-C943-8BBA-85E1D1762523}" destId="{58BED746-F845-4542-9430-D87705FDC29D}" srcOrd="13" destOrd="0" presId="urn:microsoft.com/office/officeart/2005/8/layout/process5"/>
    <dgm:cxn modelId="{DCE296A3-30F7-3446-B843-F7B1292D3C3B}" type="presParOf" srcId="{58BED746-F845-4542-9430-D87705FDC29D}" destId="{84DA810A-915A-F743-BCEE-AA40A6C794A1}" srcOrd="0" destOrd="0" presId="urn:microsoft.com/office/officeart/2005/8/layout/process5"/>
    <dgm:cxn modelId="{58CCF50F-D5CE-E040-93F2-011DE5EFB8BD}" type="presParOf" srcId="{E03D18C9-F740-C943-8BBA-85E1D1762523}" destId="{0C621914-E8E5-AC4C-B8B7-745DDC091456}" srcOrd="14" destOrd="0" presId="urn:microsoft.com/office/officeart/2005/8/layout/process5"/>
    <dgm:cxn modelId="{4DA80F0F-6049-1D43-AE55-9BDC0546DB70}" type="presParOf" srcId="{E03D18C9-F740-C943-8BBA-85E1D1762523}" destId="{8EEC33E7-7EE8-4849-AD3C-FA198E4B2287}" srcOrd="15" destOrd="0" presId="urn:microsoft.com/office/officeart/2005/8/layout/process5"/>
    <dgm:cxn modelId="{4181C139-A076-3442-B055-C9DB0EFD3794}" type="presParOf" srcId="{8EEC33E7-7EE8-4849-AD3C-FA198E4B2287}" destId="{659E820D-E110-BA40-95A1-8C5CAE9FFDE5}" srcOrd="0" destOrd="0" presId="urn:microsoft.com/office/officeart/2005/8/layout/process5"/>
    <dgm:cxn modelId="{FBC20914-CC75-3E4C-B6EC-CB8F8C1F3B89}" type="presParOf" srcId="{E03D18C9-F740-C943-8BBA-85E1D1762523}" destId="{6E7C103D-DFED-8041-AA94-2086481B5B51}" srcOrd="16" destOrd="0" presId="urn:microsoft.com/office/officeart/2005/8/layout/process5"/>
    <dgm:cxn modelId="{C6F4E103-CF52-BE4E-BAC4-71AEB49336F9}" type="presParOf" srcId="{E03D18C9-F740-C943-8BBA-85E1D1762523}" destId="{2A7D5B4E-8436-D742-8E11-45818E0957B1}" srcOrd="17" destOrd="0" presId="urn:microsoft.com/office/officeart/2005/8/layout/process5"/>
    <dgm:cxn modelId="{6FB075A6-8A15-1844-A940-BBF0CE1824BE}" type="presParOf" srcId="{2A7D5B4E-8436-D742-8E11-45818E0957B1}" destId="{EE2F38A9-8B90-8348-856A-988E6014D389}" srcOrd="0" destOrd="0" presId="urn:microsoft.com/office/officeart/2005/8/layout/process5"/>
    <dgm:cxn modelId="{EB4542D6-01B9-6B41-8031-75DA74D716FF}" type="presParOf" srcId="{E03D18C9-F740-C943-8BBA-85E1D1762523}" destId="{A9B1F8FD-BB55-7746-A793-5E0021BB1B55}" srcOrd="18" destOrd="0" presId="urn:microsoft.com/office/officeart/2005/8/layout/process5"/>
    <dgm:cxn modelId="{DB6AE57E-3C20-9349-8D8B-1178C5F855E0}" type="presParOf" srcId="{E03D18C9-F740-C943-8BBA-85E1D1762523}" destId="{C8E4D1C4-64D8-5148-8EF2-56C832573F4F}" srcOrd="19" destOrd="0" presId="urn:microsoft.com/office/officeart/2005/8/layout/process5"/>
    <dgm:cxn modelId="{A37424C2-F756-5941-8365-6D9A76C2F399}" type="presParOf" srcId="{C8E4D1C4-64D8-5148-8EF2-56C832573F4F}" destId="{57783728-100A-FC4D-A0B2-2FEE6DD26F61}" srcOrd="0" destOrd="0" presId="urn:microsoft.com/office/officeart/2005/8/layout/process5"/>
    <dgm:cxn modelId="{3F73429F-9E60-144F-A0EA-25FD93941763}" type="presParOf" srcId="{E03D18C9-F740-C943-8BBA-85E1D1762523}" destId="{3FE9A61E-4169-F745-ACF0-EBCDB0C0DF42}" srcOrd="20" destOrd="0" presId="urn:microsoft.com/office/officeart/2005/8/layout/process5"/>
    <dgm:cxn modelId="{B905F0D4-B90A-BE4F-817C-D15DA5F209C9}" type="presParOf" srcId="{E03D18C9-F740-C943-8BBA-85E1D1762523}" destId="{99E9AAE4-5141-1643-8B90-1EDED3B418AF}" srcOrd="21" destOrd="0" presId="urn:microsoft.com/office/officeart/2005/8/layout/process5"/>
    <dgm:cxn modelId="{1410411C-81C4-814D-B8DA-2D6AA837EF38}" type="presParOf" srcId="{99E9AAE4-5141-1643-8B90-1EDED3B418AF}" destId="{8EBBCFDE-8AE3-1344-8DBF-D3717CD1A9B0}" srcOrd="0" destOrd="0" presId="urn:microsoft.com/office/officeart/2005/8/layout/process5"/>
    <dgm:cxn modelId="{A631DA49-3FC7-404C-852D-9946089CA15C}" type="presParOf" srcId="{E03D18C9-F740-C943-8BBA-85E1D1762523}" destId="{541872B3-E988-CB47-AC8E-962F180DCD64}" srcOrd="22" destOrd="0" presId="urn:microsoft.com/office/officeart/2005/8/layout/process5"/>
    <dgm:cxn modelId="{07699EA5-BAF1-774D-BD46-F4D8A1048DD3}" type="presParOf" srcId="{E03D18C9-F740-C943-8BBA-85E1D1762523}" destId="{5A4D5291-9EED-9143-A1E5-AEE6663C8330}" srcOrd="23" destOrd="0" presId="urn:microsoft.com/office/officeart/2005/8/layout/process5"/>
    <dgm:cxn modelId="{8D3857A7-E9E8-AC4E-87D9-D76DA1D27412}" type="presParOf" srcId="{5A4D5291-9EED-9143-A1E5-AEE6663C8330}" destId="{7122DF3A-52DB-3B46-B95E-684BF4E054C3}" srcOrd="0" destOrd="0" presId="urn:microsoft.com/office/officeart/2005/8/layout/process5"/>
    <dgm:cxn modelId="{20B7B24B-5255-9147-817A-174B11EA5485}" type="presParOf" srcId="{E03D18C9-F740-C943-8BBA-85E1D1762523}" destId="{4772500E-24A0-B540-A147-9AFAC5404553}" srcOrd="24" destOrd="0" presId="urn:microsoft.com/office/officeart/2005/8/layout/process5"/>
    <dgm:cxn modelId="{43A2960E-5A41-F643-86C2-9CEB750BA57F}" type="presParOf" srcId="{E03D18C9-F740-C943-8BBA-85E1D1762523}" destId="{35537157-1CAC-D242-81E7-E7A7FACD9213}" srcOrd="25" destOrd="0" presId="urn:microsoft.com/office/officeart/2005/8/layout/process5"/>
    <dgm:cxn modelId="{6DE72E5C-B39F-0D4B-A7EE-83D0B0822E35}" type="presParOf" srcId="{35537157-1CAC-D242-81E7-E7A7FACD9213}" destId="{2136755E-E924-E643-AD73-6CD8A85E3D25}" srcOrd="0" destOrd="0" presId="urn:microsoft.com/office/officeart/2005/8/layout/process5"/>
    <dgm:cxn modelId="{250C103A-701B-B74A-B2D4-EF85C71F1684}" type="presParOf" srcId="{E03D18C9-F740-C943-8BBA-85E1D1762523}" destId="{9AABC8EE-8FCE-F74D-8D51-A22E696927BF}" srcOrd="26" destOrd="0" presId="urn:microsoft.com/office/officeart/2005/8/layout/process5"/>
    <dgm:cxn modelId="{64C06258-9F9D-7243-895B-B73466A41E13}" type="presParOf" srcId="{E03D18C9-F740-C943-8BBA-85E1D1762523}" destId="{6124CF11-9A55-654E-A7E3-51E9B442E00A}" srcOrd="27" destOrd="0" presId="urn:microsoft.com/office/officeart/2005/8/layout/process5"/>
    <dgm:cxn modelId="{2910836A-15C4-CE4A-AD3B-2B524ECDCE70}" type="presParOf" srcId="{6124CF11-9A55-654E-A7E3-51E9B442E00A}" destId="{A762D8C5-0B1B-8240-9F1E-0779A95A61A7}" srcOrd="0" destOrd="0" presId="urn:microsoft.com/office/officeart/2005/8/layout/process5"/>
    <dgm:cxn modelId="{DEB10A16-AB93-D44C-A60F-C4C44863428A}" type="presParOf" srcId="{E03D18C9-F740-C943-8BBA-85E1D1762523}" destId="{C85D11E9-9D57-5842-8E7A-E2D73DC2DA6B}" srcOrd="28" destOrd="0" presId="urn:microsoft.com/office/officeart/2005/8/layout/process5"/>
    <dgm:cxn modelId="{D614495C-2BCE-2242-9520-9B29C00FA995}" type="presParOf" srcId="{E03D18C9-F740-C943-8BBA-85E1D1762523}" destId="{B2518D89-89F6-DD45-BE2E-6E4BE2D0913F}" srcOrd="29" destOrd="0" presId="urn:microsoft.com/office/officeart/2005/8/layout/process5"/>
    <dgm:cxn modelId="{E7EACDEA-D43C-5940-8F65-E2E0F443DF79}" type="presParOf" srcId="{B2518D89-89F6-DD45-BE2E-6E4BE2D0913F}" destId="{00A4A103-153F-8647-BCB9-4CA4E8BB4E6D}" srcOrd="0" destOrd="0" presId="urn:microsoft.com/office/officeart/2005/8/layout/process5"/>
    <dgm:cxn modelId="{451BBDC3-36B7-2049-AD3C-339A9E9EFC45}" type="presParOf" srcId="{E03D18C9-F740-C943-8BBA-85E1D1762523}" destId="{812F21A6-E9DC-2744-8116-D442FA725069}" srcOrd="30" destOrd="0" presId="urn:microsoft.com/office/officeart/2005/8/layout/process5"/>
    <dgm:cxn modelId="{218F73B3-788E-A74B-9E5F-11C4C4673EC6}" type="presParOf" srcId="{E03D18C9-F740-C943-8BBA-85E1D1762523}" destId="{2A5DC6DC-7254-C34C-A392-31E471378A8B}" srcOrd="31" destOrd="0" presId="urn:microsoft.com/office/officeart/2005/8/layout/process5"/>
    <dgm:cxn modelId="{C1ECCF06-E6F3-5B49-8051-7F0E5EC9BDA5}" type="presParOf" srcId="{2A5DC6DC-7254-C34C-A392-31E471378A8B}" destId="{BDAFBEE5-3053-4E49-8EA7-880128D6B719}" srcOrd="0" destOrd="0" presId="urn:microsoft.com/office/officeart/2005/8/layout/process5"/>
    <dgm:cxn modelId="{D56E3F10-1BE1-364F-B369-72582FC16A08}" type="presParOf" srcId="{E03D18C9-F740-C943-8BBA-85E1D1762523}" destId="{BF74A9D2-2798-8E4B-85DC-BADE156496CA}" srcOrd="32" destOrd="0" presId="urn:microsoft.com/office/officeart/2005/8/layout/process5"/>
    <dgm:cxn modelId="{81B44D3B-9134-7E43-AE49-5BB9EF25A79F}" type="presParOf" srcId="{E03D18C9-F740-C943-8BBA-85E1D1762523}" destId="{ED02D811-649E-1849-8832-0B5CA9A1CCC3}" srcOrd="33" destOrd="0" presId="urn:microsoft.com/office/officeart/2005/8/layout/process5"/>
    <dgm:cxn modelId="{1CCD3289-1B77-384C-8DB4-7D09951860C4}" type="presParOf" srcId="{ED02D811-649E-1849-8832-0B5CA9A1CCC3}" destId="{35F3CE7B-3E4D-F140-BE30-A884DDF2B54F}" srcOrd="0" destOrd="0" presId="urn:microsoft.com/office/officeart/2005/8/layout/process5"/>
    <dgm:cxn modelId="{22DFC462-B1ED-1D42-AFC6-C862A1B96B41}" type="presParOf" srcId="{E03D18C9-F740-C943-8BBA-85E1D1762523}" destId="{61278235-ACC1-CA4F-827A-7AF80B25FD64}" srcOrd="34" destOrd="0" presId="urn:microsoft.com/office/officeart/2005/8/layout/process5"/>
    <dgm:cxn modelId="{434F25B8-F73C-C843-94E1-BA544ED21667}" type="presParOf" srcId="{E03D18C9-F740-C943-8BBA-85E1D1762523}" destId="{5BEBA68F-A2E1-8E4A-A72C-456CBDC95BA1}" srcOrd="35" destOrd="0" presId="urn:microsoft.com/office/officeart/2005/8/layout/process5"/>
    <dgm:cxn modelId="{24E09AAF-0856-3246-9927-C8E3A7109F88}" type="presParOf" srcId="{5BEBA68F-A2E1-8E4A-A72C-456CBDC95BA1}" destId="{90881825-2D63-FC40-BBB9-3EB244068E65}" srcOrd="0" destOrd="0" presId="urn:microsoft.com/office/officeart/2005/8/layout/process5"/>
    <dgm:cxn modelId="{8E0E2D8B-5082-CD42-9CB6-2A88D17F8397}" type="presParOf" srcId="{E03D18C9-F740-C943-8BBA-85E1D1762523}" destId="{945BADEC-B7EF-AE46-9CC7-9E92DF3DCA1F}" srcOrd="36" destOrd="0" presId="urn:microsoft.com/office/officeart/2005/8/layout/process5"/>
    <dgm:cxn modelId="{73110136-EFF6-C842-AE91-30E105775B86}" type="presParOf" srcId="{E03D18C9-F740-C943-8BBA-85E1D1762523}" destId="{1F79A572-9B22-E04C-8E61-1A62524C3681}" srcOrd="37" destOrd="0" presId="urn:microsoft.com/office/officeart/2005/8/layout/process5"/>
    <dgm:cxn modelId="{09F76BBF-C1AF-E74F-96D3-69813CAE5316}" type="presParOf" srcId="{1F79A572-9B22-E04C-8E61-1A62524C3681}" destId="{7D183BCA-05BF-7F4A-90DB-1D3B92D13E2A}" srcOrd="0" destOrd="0" presId="urn:microsoft.com/office/officeart/2005/8/layout/process5"/>
    <dgm:cxn modelId="{07027530-9C59-304B-AB09-889CF797B527}" type="presParOf" srcId="{E03D18C9-F740-C943-8BBA-85E1D1762523}" destId="{E058FAF3-B048-D541-BDDC-F2367FD72499}" srcOrd="3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0847FD-DF21-4276-B2B4-F301356625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DF954F-58B0-45D9-A0EC-1ED758D452A4}">
      <dgm:prSet/>
      <dgm:spPr/>
      <dgm:t>
        <a:bodyPr/>
        <a:lstStyle/>
        <a:p>
          <a:r>
            <a:rPr lang="en-US" b="0" i="0" baseline="0"/>
            <a:t>Uses </a:t>
          </a:r>
          <a:r>
            <a:rPr lang="en-US" b="1" i="0" baseline="0"/>
            <a:t>multi-source data fusion</a:t>
          </a:r>
          <a:endParaRPr lang="en-US"/>
        </a:p>
      </dgm:t>
    </dgm:pt>
    <dgm:pt modelId="{88129E9A-4543-43FA-9A88-2D06F385B4D2}" type="parTrans" cxnId="{85343F16-82D4-46C0-8DF9-7DDA25DF5483}">
      <dgm:prSet/>
      <dgm:spPr/>
      <dgm:t>
        <a:bodyPr/>
        <a:lstStyle/>
        <a:p>
          <a:endParaRPr lang="en-US"/>
        </a:p>
      </dgm:t>
    </dgm:pt>
    <dgm:pt modelId="{017D1A54-61BA-4F93-B033-76E2C45A07E4}" type="sibTrans" cxnId="{85343F16-82D4-46C0-8DF9-7DDA25DF5483}">
      <dgm:prSet/>
      <dgm:spPr/>
      <dgm:t>
        <a:bodyPr/>
        <a:lstStyle/>
        <a:p>
          <a:endParaRPr lang="en-US"/>
        </a:p>
      </dgm:t>
    </dgm:pt>
    <dgm:pt modelId="{559E29A8-64FB-4497-A6A4-86AA26189FA2}">
      <dgm:prSet/>
      <dgm:spPr/>
      <dgm:t>
        <a:bodyPr/>
        <a:lstStyle/>
        <a:p>
          <a:r>
            <a:rPr lang="en-US" b="0" i="0" baseline="0"/>
            <a:t>Includes </a:t>
          </a:r>
          <a:r>
            <a:rPr lang="en-US" b="1" i="0" baseline="0"/>
            <a:t>EDA</a:t>
          </a:r>
          <a:r>
            <a:rPr lang="en-US" b="0" i="0" baseline="0"/>
            <a:t>, multiple machine learning algorithms, and </a:t>
          </a:r>
          <a:r>
            <a:rPr lang="en-US" b="1" i="0" baseline="0"/>
            <a:t>post-analysis</a:t>
          </a:r>
          <a:endParaRPr lang="en-US"/>
        </a:p>
      </dgm:t>
    </dgm:pt>
    <dgm:pt modelId="{1C9C2552-A521-4B1D-B8D1-F73810EA886C}" type="parTrans" cxnId="{1F4C475B-66EB-496E-8846-873C58DCB11D}">
      <dgm:prSet/>
      <dgm:spPr/>
      <dgm:t>
        <a:bodyPr/>
        <a:lstStyle/>
        <a:p>
          <a:endParaRPr lang="en-US"/>
        </a:p>
      </dgm:t>
    </dgm:pt>
    <dgm:pt modelId="{4E32CCCE-FA2F-410A-BA80-5FA20E55D823}" type="sibTrans" cxnId="{1F4C475B-66EB-496E-8846-873C58DCB11D}">
      <dgm:prSet/>
      <dgm:spPr/>
      <dgm:t>
        <a:bodyPr/>
        <a:lstStyle/>
        <a:p>
          <a:endParaRPr lang="en-US"/>
        </a:p>
      </dgm:t>
    </dgm:pt>
    <dgm:pt modelId="{D312F81C-81A1-4450-9244-F6F257396B79}">
      <dgm:prSet/>
      <dgm:spPr/>
      <dgm:t>
        <a:bodyPr/>
        <a:lstStyle/>
        <a:p>
          <a:r>
            <a:rPr lang="en-US" b="0" i="0" baseline="0"/>
            <a:t>Uses </a:t>
          </a:r>
          <a:r>
            <a:rPr lang="en-US" b="1" i="0" baseline="0"/>
            <a:t>Generative AI</a:t>
          </a:r>
          <a:r>
            <a:rPr lang="en-US" b="0" i="0" baseline="0"/>
            <a:t> for coding, debugging, and experiment design</a:t>
          </a:r>
          <a:endParaRPr lang="en-US"/>
        </a:p>
      </dgm:t>
    </dgm:pt>
    <dgm:pt modelId="{EB39294A-A413-4121-8B78-D4464A713139}" type="parTrans" cxnId="{DCB7EAD1-0ED5-4F18-8E24-EF1721D98B9F}">
      <dgm:prSet/>
      <dgm:spPr/>
      <dgm:t>
        <a:bodyPr/>
        <a:lstStyle/>
        <a:p>
          <a:endParaRPr lang="en-US"/>
        </a:p>
      </dgm:t>
    </dgm:pt>
    <dgm:pt modelId="{DB9A85FF-DC0F-49F5-9498-8EA5855E51CB}" type="sibTrans" cxnId="{DCB7EAD1-0ED5-4F18-8E24-EF1721D98B9F}">
      <dgm:prSet/>
      <dgm:spPr/>
      <dgm:t>
        <a:bodyPr/>
        <a:lstStyle/>
        <a:p>
          <a:endParaRPr lang="en-US"/>
        </a:p>
      </dgm:t>
    </dgm:pt>
    <dgm:pt modelId="{65F02AAE-4047-4EE3-AC36-F280793A6E2E}">
      <dgm:prSet/>
      <dgm:spPr/>
      <dgm:t>
        <a:bodyPr/>
        <a:lstStyle/>
        <a:p>
          <a:r>
            <a:rPr lang="en-US" b="0" i="0" baseline="0"/>
            <a:t>Reports multiple performance metrics</a:t>
          </a:r>
          <a:endParaRPr lang="en-US"/>
        </a:p>
      </dgm:t>
    </dgm:pt>
    <dgm:pt modelId="{DF4BF900-C180-4B0D-A5A4-4C539899EE03}" type="parTrans" cxnId="{4E74FF63-9D1E-45A7-BD19-92283DFB377A}">
      <dgm:prSet/>
      <dgm:spPr/>
      <dgm:t>
        <a:bodyPr/>
        <a:lstStyle/>
        <a:p>
          <a:endParaRPr lang="en-US"/>
        </a:p>
      </dgm:t>
    </dgm:pt>
    <dgm:pt modelId="{F8EDCE3B-BBDC-4334-BC5C-7FAB48F05204}" type="sibTrans" cxnId="{4E74FF63-9D1E-45A7-BD19-92283DFB377A}">
      <dgm:prSet/>
      <dgm:spPr/>
      <dgm:t>
        <a:bodyPr/>
        <a:lstStyle/>
        <a:p>
          <a:endParaRPr lang="en-US"/>
        </a:p>
      </dgm:t>
    </dgm:pt>
    <dgm:pt modelId="{2CD73A6C-C87D-4FE3-8F3B-C47292AB1CF4}" type="pres">
      <dgm:prSet presAssocID="{160847FD-DF21-4276-B2B4-F301356625FE}" presName="root" presStyleCnt="0">
        <dgm:presLayoutVars>
          <dgm:dir/>
          <dgm:resizeHandles val="exact"/>
        </dgm:presLayoutVars>
      </dgm:prSet>
      <dgm:spPr/>
    </dgm:pt>
    <dgm:pt modelId="{B9D30B20-BD70-45D7-8ECA-CCF40C27D07F}" type="pres">
      <dgm:prSet presAssocID="{ADDF954F-58B0-45D9-A0EC-1ED758D452A4}" presName="compNode" presStyleCnt="0"/>
      <dgm:spPr/>
    </dgm:pt>
    <dgm:pt modelId="{36DCDC11-44E1-4F9B-B86D-DB35C1C0AC60}" type="pres">
      <dgm:prSet presAssocID="{ADDF954F-58B0-45D9-A0EC-1ED758D452A4}" presName="bgRect" presStyleLbl="bgShp" presStyleIdx="0" presStyleCnt="4"/>
      <dgm:spPr/>
    </dgm:pt>
    <dgm:pt modelId="{D16A2CEE-3269-4C38-8AB4-C155ACBBE012}" type="pres">
      <dgm:prSet presAssocID="{ADDF954F-58B0-45D9-A0EC-1ED758D452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EF0C9B1B-7055-4A5C-AAF3-7C05C6C11861}" type="pres">
      <dgm:prSet presAssocID="{ADDF954F-58B0-45D9-A0EC-1ED758D452A4}" presName="spaceRect" presStyleCnt="0"/>
      <dgm:spPr/>
    </dgm:pt>
    <dgm:pt modelId="{DF176A56-2EBB-45FF-A161-541B7AA2F4F2}" type="pres">
      <dgm:prSet presAssocID="{ADDF954F-58B0-45D9-A0EC-1ED758D452A4}" presName="parTx" presStyleLbl="revTx" presStyleIdx="0" presStyleCnt="4">
        <dgm:presLayoutVars>
          <dgm:chMax val="0"/>
          <dgm:chPref val="0"/>
        </dgm:presLayoutVars>
      </dgm:prSet>
      <dgm:spPr/>
    </dgm:pt>
    <dgm:pt modelId="{77997ADE-7FE2-4A75-AC47-F9D5B3433B6F}" type="pres">
      <dgm:prSet presAssocID="{017D1A54-61BA-4F93-B033-76E2C45A07E4}" presName="sibTrans" presStyleCnt="0"/>
      <dgm:spPr/>
    </dgm:pt>
    <dgm:pt modelId="{5A1411BD-EF34-4441-9C48-179122399150}" type="pres">
      <dgm:prSet presAssocID="{559E29A8-64FB-4497-A6A4-86AA26189FA2}" presName="compNode" presStyleCnt="0"/>
      <dgm:spPr/>
    </dgm:pt>
    <dgm:pt modelId="{9248858C-8135-4D51-8120-8378BD8776B4}" type="pres">
      <dgm:prSet presAssocID="{559E29A8-64FB-4497-A6A4-86AA26189FA2}" presName="bgRect" presStyleLbl="bgShp" presStyleIdx="1" presStyleCnt="4"/>
      <dgm:spPr/>
    </dgm:pt>
    <dgm:pt modelId="{7118DB6F-461E-45C6-8C0B-610AA53B23B5}" type="pres">
      <dgm:prSet presAssocID="{559E29A8-64FB-4497-A6A4-86AA26189F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60F01DC-100D-4A9B-B3E0-75E3518F3063}" type="pres">
      <dgm:prSet presAssocID="{559E29A8-64FB-4497-A6A4-86AA26189FA2}" presName="spaceRect" presStyleCnt="0"/>
      <dgm:spPr/>
    </dgm:pt>
    <dgm:pt modelId="{DE37A2A6-365C-4FDE-BD57-A9FAE236C7CC}" type="pres">
      <dgm:prSet presAssocID="{559E29A8-64FB-4497-A6A4-86AA26189FA2}" presName="parTx" presStyleLbl="revTx" presStyleIdx="1" presStyleCnt="4">
        <dgm:presLayoutVars>
          <dgm:chMax val="0"/>
          <dgm:chPref val="0"/>
        </dgm:presLayoutVars>
      </dgm:prSet>
      <dgm:spPr/>
    </dgm:pt>
    <dgm:pt modelId="{38805A53-27DA-4B33-92CC-A3D48220F4BD}" type="pres">
      <dgm:prSet presAssocID="{4E32CCCE-FA2F-410A-BA80-5FA20E55D823}" presName="sibTrans" presStyleCnt="0"/>
      <dgm:spPr/>
    </dgm:pt>
    <dgm:pt modelId="{DA7DE387-567E-49D4-81F5-FC800000262E}" type="pres">
      <dgm:prSet presAssocID="{D312F81C-81A1-4450-9244-F6F257396B79}" presName="compNode" presStyleCnt="0"/>
      <dgm:spPr/>
    </dgm:pt>
    <dgm:pt modelId="{784099E1-BFE7-4695-8640-B4AD839F3753}" type="pres">
      <dgm:prSet presAssocID="{D312F81C-81A1-4450-9244-F6F257396B79}" presName="bgRect" presStyleLbl="bgShp" presStyleIdx="2" presStyleCnt="4"/>
      <dgm:spPr/>
    </dgm:pt>
    <dgm:pt modelId="{8C8BDA16-A178-401D-B345-E67E84523F43}" type="pres">
      <dgm:prSet presAssocID="{D312F81C-81A1-4450-9244-F6F257396B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32CD315-93C6-4C40-8F9D-329BF4F11BB4}" type="pres">
      <dgm:prSet presAssocID="{D312F81C-81A1-4450-9244-F6F257396B79}" presName="spaceRect" presStyleCnt="0"/>
      <dgm:spPr/>
    </dgm:pt>
    <dgm:pt modelId="{D934363C-913F-4813-B724-AE300F67FECA}" type="pres">
      <dgm:prSet presAssocID="{D312F81C-81A1-4450-9244-F6F257396B79}" presName="parTx" presStyleLbl="revTx" presStyleIdx="2" presStyleCnt="4">
        <dgm:presLayoutVars>
          <dgm:chMax val="0"/>
          <dgm:chPref val="0"/>
        </dgm:presLayoutVars>
      </dgm:prSet>
      <dgm:spPr/>
    </dgm:pt>
    <dgm:pt modelId="{C7348CED-0376-41CC-BE0C-B5EFE4C5B2D2}" type="pres">
      <dgm:prSet presAssocID="{DB9A85FF-DC0F-49F5-9498-8EA5855E51CB}" presName="sibTrans" presStyleCnt="0"/>
      <dgm:spPr/>
    </dgm:pt>
    <dgm:pt modelId="{512A849F-6FDF-4E6F-9AFD-04391F1D211A}" type="pres">
      <dgm:prSet presAssocID="{65F02AAE-4047-4EE3-AC36-F280793A6E2E}" presName="compNode" presStyleCnt="0"/>
      <dgm:spPr/>
    </dgm:pt>
    <dgm:pt modelId="{D5032B0F-1A48-44D4-A7AF-9AC83A96D52D}" type="pres">
      <dgm:prSet presAssocID="{65F02AAE-4047-4EE3-AC36-F280793A6E2E}" presName="bgRect" presStyleLbl="bgShp" presStyleIdx="3" presStyleCnt="4"/>
      <dgm:spPr/>
    </dgm:pt>
    <dgm:pt modelId="{D24A191A-5B77-4BAD-9D41-15F4A1173075}" type="pres">
      <dgm:prSet presAssocID="{65F02AAE-4047-4EE3-AC36-F280793A6E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805913D-1659-4528-8F96-2EFE11695BAA}" type="pres">
      <dgm:prSet presAssocID="{65F02AAE-4047-4EE3-AC36-F280793A6E2E}" presName="spaceRect" presStyleCnt="0"/>
      <dgm:spPr/>
    </dgm:pt>
    <dgm:pt modelId="{34832CF6-BB42-4D63-A93C-014233B052F4}" type="pres">
      <dgm:prSet presAssocID="{65F02AAE-4047-4EE3-AC36-F280793A6E2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17CE0F-29AA-4DB2-9CFF-7F37A1B79869}" type="presOf" srcId="{ADDF954F-58B0-45D9-A0EC-1ED758D452A4}" destId="{DF176A56-2EBB-45FF-A161-541B7AA2F4F2}" srcOrd="0" destOrd="0" presId="urn:microsoft.com/office/officeart/2018/2/layout/IconVerticalSolidList"/>
    <dgm:cxn modelId="{85343F16-82D4-46C0-8DF9-7DDA25DF5483}" srcId="{160847FD-DF21-4276-B2B4-F301356625FE}" destId="{ADDF954F-58B0-45D9-A0EC-1ED758D452A4}" srcOrd="0" destOrd="0" parTransId="{88129E9A-4543-43FA-9A88-2D06F385B4D2}" sibTransId="{017D1A54-61BA-4F93-B033-76E2C45A07E4}"/>
    <dgm:cxn modelId="{77DDB146-8C74-4991-81C6-AEBF93F1ACDE}" type="presOf" srcId="{160847FD-DF21-4276-B2B4-F301356625FE}" destId="{2CD73A6C-C87D-4FE3-8F3B-C47292AB1CF4}" srcOrd="0" destOrd="0" presId="urn:microsoft.com/office/officeart/2018/2/layout/IconVerticalSolidList"/>
    <dgm:cxn modelId="{1F4C475B-66EB-496E-8846-873C58DCB11D}" srcId="{160847FD-DF21-4276-B2B4-F301356625FE}" destId="{559E29A8-64FB-4497-A6A4-86AA26189FA2}" srcOrd="1" destOrd="0" parTransId="{1C9C2552-A521-4B1D-B8D1-F73810EA886C}" sibTransId="{4E32CCCE-FA2F-410A-BA80-5FA20E55D823}"/>
    <dgm:cxn modelId="{4E74FF63-9D1E-45A7-BD19-92283DFB377A}" srcId="{160847FD-DF21-4276-B2B4-F301356625FE}" destId="{65F02AAE-4047-4EE3-AC36-F280793A6E2E}" srcOrd="3" destOrd="0" parTransId="{DF4BF900-C180-4B0D-A5A4-4C539899EE03}" sibTransId="{F8EDCE3B-BBDC-4334-BC5C-7FAB48F05204}"/>
    <dgm:cxn modelId="{56FD318A-2421-4E4D-9504-A9C45B740BF9}" type="presOf" srcId="{559E29A8-64FB-4497-A6A4-86AA26189FA2}" destId="{DE37A2A6-365C-4FDE-BD57-A9FAE236C7CC}" srcOrd="0" destOrd="0" presId="urn:microsoft.com/office/officeart/2018/2/layout/IconVerticalSolidList"/>
    <dgm:cxn modelId="{5F1D84AD-5D62-4539-BBF6-747C130673D1}" type="presOf" srcId="{D312F81C-81A1-4450-9244-F6F257396B79}" destId="{D934363C-913F-4813-B724-AE300F67FECA}" srcOrd="0" destOrd="0" presId="urn:microsoft.com/office/officeart/2018/2/layout/IconVerticalSolidList"/>
    <dgm:cxn modelId="{DCB7EAD1-0ED5-4F18-8E24-EF1721D98B9F}" srcId="{160847FD-DF21-4276-B2B4-F301356625FE}" destId="{D312F81C-81A1-4450-9244-F6F257396B79}" srcOrd="2" destOrd="0" parTransId="{EB39294A-A413-4121-8B78-D4464A713139}" sibTransId="{DB9A85FF-DC0F-49F5-9498-8EA5855E51CB}"/>
    <dgm:cxn modelId="{238EECE6-BFD7-4BD0-A8D3-83857E53F465}" type="presOf" srcId="{65F02AAE-4047-4EE3-AC36-F280793A6E2E}" destId="{34832CF6-BB42-4D63-A93C-014233B052F4}" srcOrd="0" destOrd="0" presId="urn:microsoft.com/office/officeart/2018/2/layout/IconVerticalSolidList"/>
    <dgm:cxn modelId="{02A33EF3-134F-4AF5-A19B-8AAB53B61CFE}" type="presParOf" srcId="{2CD73A6C-C87D-4FE3-8F3B-C47292AB1CF4}" destId="{B9D30B20-BD70-45D7-8ECA-CCF40C27D07F}" srcOrd="0" destOrd="0" presId="urn:microsoft.com/office/officeart/2018/2/layout/IconVerticalSolidList"/>
    <dgm:cxn modelId="{38FA22DF-79D6-46F2-90A0-7D805A7D36AA}" type="presParOf" srcId="{B9D30B20-BD70-45D7-8ECA-CCF40C27D07F}" destId="{36DCDC11-44E1-4F9B-B86D-DB35C1C0AC60}" srcOrd="0" destOrd="0" presId="urn:microsoft.com/office/officeart/2018/2/layout/IconVerticalSolidList"/>
    <dgm:cxn modelId="{EE4C5A65-1E3B-4DBE-ABA9-E1911CFE8393}" type="presParOf" srcId="{B9D30B20-BD70-45D7-8ECA-CCF40C27D07F}" destId="{D16A2CEE-3269-4C38-8AB4-C155ACBBE012}" srcOrd="1" destOrd="0" presId="urn:microsoft.com/office/officeart/2018/2/layout/IconVerticalSolidList"/>
    <dgm:cxn modelId="{AA51B3E4-8B0E-4E39-92DA-C7F4D99D930C}" type="presParOf" srcId="{B9D30B20-BD70-45D7-8ECA-CCF40C27D07F}" destId="{EF0C9B1B-7055-4A5C-AAF3-7C05C6C11861}" srcOrd="2" destOrd="0" presId="urn:microsoft.com/office/officeart/2018/2/layout/IconVerticalSolidList"/>
    <dgm:cxn modelId="{83566BCE-915A-4EAA-87B4-BA85AB728241}" type="presParOf" srcId="{B9D30B20-BD70-45D7-8ECA-CCF40C27D07F}" destId="{DF176A56-2EBB-45FF-A161-541B7AA2F4F2}" srcOrd="3" destOrd="0" presId="urn:microsoft.com/office/officeart/2018/2/layout/IconVerticalSolidList"/>
    <dgm:cxn modelId="{4AFEBAFF-2BE3-4D12-B8FD-5F376081B711}" type="presParOf" srcId="{2CD73A6C-C87D-4FE3-8F3B-C47292AB1CF4}" destId="{77997ADE-7FE2-4A75-AC47-F9D5B3433B6F}" srcOrd="1" destOrd="0" presId="urn:microsoft.com/office/officeart/2018/2/layout/IconVerticalSolidList"/>
    <dgm:cxn modelId="{0E0D0C46-7205-4727-A5A1-B03536DF6B51}" type="presParOf" srcId="{2CD73A6C-C87D-4FE3-8F3B-C47292AB1CF4}" destId="{5A1411BD-EF34-4441-9C48-179122399150}" srcOrd="2" destOrd="0" presId="urn:microsoft.com/office/officeart/2018/2/layout/IconVerticalSolidList"/>
    <dgm:cxn modelId="{AFA278B9-33A7-4147-BAC7-D24AB9E8FA68}" type="presParOf" srcId="{5A1411BD-EF34-4441-9C48-179122399150}" destId="{9248858C-8135-4D51-8120-8378BD8776B4}" srcOrd="0" destOrd="0" presId="urn:microsoft.com/office/officeart/2018/2/layout/IconVerticalSolidList"/>
    <dgm:cxn modelId="{F43E5FEA-8539-44E8-AA0C-DCC39DDE9802}" type="presParOf" srcId="{5A1411BD-EF34-4441-9C48-179122399150}" destId="{7118DB6F-461E-45C6-8C0B-610AA53B23B5}" srcOrd="1" destOrd="0" presId="urn:microsoft.com/office/officeart/2018/2/layout/IconVerticalSolidList"/>
    <dgm:cxn modelId="{02787FCD-CC0C-41EB-8223-1B6C51DA5054}" type="presParOf" srcId="{5A1411BD-EF34-4441-9C48-179122399150}" destId="{C60F01DC-100D-4A9B-B3E0-75E3518F3063}" srcOrd="2" destOrd="0" presId="urn:microsoft.com/office/officeart/2018/2/layout/IconVerticalSolidList"/>
    <dgm:cxn modelId="{BF3B4C41-34D6-4069-9483-925A5C6D61E6}" type="presParOf" srcId="{5A1411BD-EF34-4441-9C48-179122399150}" destId="{DE37A2A6-365C-4FDE-BD57-A9FAE236C7CC}" srcOrd="3" destOrd="0" presId="urn:microsoft.com/office/officeart/2018/2/layout/IconVerticalSolidList"/>
    <dgm:cxn modelId="{EB4F31C7-7609-42F4-A93B-EE1BD98BA667}" type="presParOf" srcId="{2CD73A6C-C87D-4FE3-8F3B-C47292AB1CF4}" destId="{38805A53-27DA-4B33-92CC-A3D48220F4BD}" srcOrd="3" destOrd="0" presId="urn:microsoft.com/office/officeart/2018/2/layout/IconVerticalSolidList"/>
    <dgm:cxn modelId="{B6892995-4FD9-4F7A-A4D6-FEC68B09B104}" type="presParOf" srcId="{2CD73A6C-C87D-4FE3-8F3B-C47292AB1CF4}" destId="{DA7DE387-567E-49D4-81F5-FC800000262E}" srcOrd="4" destOrd="0" presId="urn:microsoft.com/office/officeart/2018/2/layout/IconVerticalSolidList"/>
    <dgm:cxn modelId="{A5AFCCC3-48C6-41C3-A31F-5D16C42BA564}" type="presParOf" srcId="{DA7DE387-567E-49D4-81F5-FC800000262E}" destId="{784099E1-BFE7-4695-8640-B4AD839F3753}" srcOrd="0" destOrd="0" presId="urn:microsoft.com/office/officeart/2018/2/layout/IconVerticalSolidList"/>
    <dgm:cxn modelId="{AD300680-4A84-4DA9-BFCC-9E77ED24C183}" type="presParOf" srcId="{DA7DE387-567E-49D4-81F5-FC800000262E}" destId="{8C8BDA16-A178-401D-B345-E67E84523F43}" srcOrd="1" destOrd="0" presId="urn:microsoft.com/office/officeart/2018/2/layout/IconVerticalSolidList"/>
    <dgm:cxn modelId="{CF54B0D9-3604-492C-BA45-2A9E3B17B9EE}" type="presParOf" srcId="{DA7DE387-567E-49D4-81F5-FC800000262E}" destId="{D32CD315-93C6-4C40-8F9D-329BF4F11BB4}" srcOrd="2" destOrd="0" presId="urn:microsoft.com/office/officeart/2018/2/layout/IconVerticalSolidList"/>
    <dgm:cxn modelId="{2C29DDE4-1C85-44FF-BAE4-0E51D9C10826}" type="presParOf" srcId="{DA7DE387-567E-49D4-81F5-FC800000262E}" destId="{D934363C-913F-4813-B724-AE300F67FECA}" srcOrd="3" destOrd="0" presId="urn:microsoft.com/office/officeart/2018/2/layout/IconVerticalSolidList"/>
    <dgm:cxn modelId="{C93F4BCE-45D3-4D0F-98B3-88F54D8C68ED}" type="presParOf" srcId="{2CD73A6C-C87D-4FE3-8F3B-C47292AB1CF4}" destId="{C7348CED-0376-41CC-BE0C-B5EFE4C5B2D2}" srcOrd="5" destOrd="0" presId="urn:microsoft.com/office/officeart/2018/2/layout/IconVerticalSolidList"/>
    <dgm:cxn modelId="{0BCFD9BF-49FA-4DE0-A364-71A24630D9B4}" type="presParOf" srcId="{2CD73A6C-C87D-4FE3-8F3B-C47292AB1CF4}" destId="{512A849F-6FDF-4E6F-9AFD-04391F1D211A}" srcOrd="6" destOrd="0" presId="urn:microsoft.com/office/officeart/2018/2/layout/IconVerticalSolidList"/>
    <dgm:cxn modelId="{6EE3AB93-5E3C-4A24-8EEA-7B57A3920AF6}" type="presParOf" srcId="{512A849F-6FDF-4E6F-9AFD-04391F1D211A}" destId="{D5032B0F-1A48-44D4-A7AF-9AC83A96D52D}" srcOrd="0" destOrd="0" presId="urn:microsoft.com/office/officeart/2018/2/layout/IconVerticalSolidList"/>
    <dgm:cxn modelId="{B48C2241-F2C5-4ACD-A17D-79098BDAB771}" type="presParOf" srcId="{512A849F-6FDF-4E6F-9AFD-04391F1D211A}" destId="{D24A191A-5B77-4BAD-9D41-15F4A1173075}" srcOrd="1" destOrd="0" presId="urn:microsoft.com/office/officeart/2018/2/layout/IconVerticalSolidList"/>
    <dgm:cxn modelId="{1B12AD6E-052E-4372-BCCF-B84B94636907}" type="presParOf" srcId="{512A849F-6FDF-4E6F-9AFD-04391F1D211A}" destId="{2805913D-1659-4528-8F96-2EFE11695BAA}" srcOrd="2" destOrd="0" presId="urn:microsoft.com/office/officeart/2018/2/layout/IconVerticalSolidList"/>
    <dgm:cxn modelId="{CC36E2E2-B4E6-4092-A281-DA20F92751F0}" type="presParOf" srcId="{512A849F-6FDF-4E6F-9AFD-04391F1D211A}" destId="{34832CF6-BB42-4D63-A93C-014233B052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84DEA-D3C0-4171-9860-E17406DD4CA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40059-68F1-4342-9461-FC827D6F560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F532A-D713-4946-80ED-1DC0B7BBC285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Real-world motivation: clubs and analysts want better short-term match outcome forecasts for strategy and betting markets.</a:t>
          </a:r>
          <a:endParaRPr lang="en-US" sz="2300" kern="1200"/>
        </a:p>
      </dsp:txBody>
      <dsp:txXfrm>
        <a:off x="1437631" y="531"/>
        <a:ext cx="9077968" cy="1244702"/>
      </dsp:txXfrm>
    </dsp:sp>
    <dsp:sp modelId="{53FEF9B0-407A-4F86-B729-24148816E378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D9E7C-C975-450D-93A8-7930A0275DA3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3338E-87E2-4D5C-84DD-1AC5E5C4330C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Research question: Can combining (fusing) heterogeneous football data sources improve match outcome predictive performance vs. single-source models?</a:t>
          </a:r>
          <a:endParaRPr lang="en-US" sz="2300" kern="1200"/>
        </a:p>
      </dsp:txBody>
      <dsp:txXfrm>
        <a:off x="1437631" y="1556410"/>
        <a:ext cx="9077968" cy="1244702"/>
      </dsp:txXfrm>
    </dsp:sp>
    <dsp:sp modelId="{75632D61-EDD5-4EFD-89D7-7D8ABCE5C259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6644E-FA03-4C69-8311-7F9BB211929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F72FC-4FB7-463C-881F-59E5CE3D2F62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Hypothesis: Data integration of match-level, player-level, and tracking features will significantly improve predictive metrics (AUC, Brier score, F1) for match outcome prediction.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47CED-999B-2347-9A89-1B4A2EF5CCD8}">
      <dsp:nvSpPr>
        <dsp:cNvPr id="0" name=""/>
        <dsp:cNvSpPr/>
      </dsp:nvSpPr>
      <dsp:spPr>
        <a:xfrm>
          <a:off x="2553" y="27106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Exploratory Data Analysis (EDA)</a:t>
          </a:r>
          <a:endParaRPr lang="en-US" sz="900" kern="1200"/>
        </a:p>
      </dsp:txBody>
      <dsp:txXfrm>
        <a:off x="22174" y="290682"/>
        <a:ext cx="1077300" cy="630683"/>
      </dsp:txXfrm>
    </dsp:sp>
    <dsp:sp modelId="{C72C1102-1C15-2443-8750-3465A5585F21}">
      <dsp:nvSpPr>
        <dsp:cNvPr id="0" name=""/>
        <dsp:cNvSpPr/>
      </dsp:nvSpPr>
      <dsp:spPr>
        <a:xfrm>
          <a:off x="1217351" y="46757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217351" y="522953"/>
        <a:ext cx="165694" cy="166142"/>
      </dsp:txXfrm>
    </dsp:sp>
    <dsp:sp modelId="{8C4EAFB9-5BBB-9F44-98E1-7524D603A97D}">
      <dsp:nvSpPr>
        <dsp:cNvPr id="0" name=""/>
        <dsp:cNvSpPr/>
      </dsp:nvSpPr>
      <dsp:spPr>
        <a:xfrm>
          <a:off x="1565713" y="27106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Goal distributions, win rates, player performance patterns</a:t>
          </a:r>
          <a:endParaRPr lang="en-US" sz="900" kern="1200"/>
        </a:p>
      </dsp:txBody>
      <dsp:txXfrm>
        <a:off x="1585334" y="290682"/>
        <a:ext cx="1077300" cy="630683"/>
      </dsp:txXfrm>
    </dsp:sp>
    <dsp:sp modelId="{55F9A256-DB20-854D-AE87-4621DB5D2415}">
      <dsp:nvSpPr>
        <dsp:cNvPr id="0" name=""/>
        <dsp:cNvSpPr/>
      </dsp:nvSpPr>
      <dsp:spPr>
        <a:xfrm>
          <a:off x="2780511" y="46757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0511" y="522953"/>
        <a:ext cx="165694" cy="166142"/>
      </dsp:txXfrm>
    </dsp:sp>
    <dsp:sp modelId="{2DB2F14B-B05D-824F-B9CE-2340A1D18DE6}">
      <dsp:nvSpPr>
        <dsp:cNvPr id="0" name=""/>
        <dsp:cNvSpPr/>
      </dsp:nvSpPr>
      <dsp:spPr>
        <a:xfrm>
          <a:off x="3128872" y="27106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Data Integration / Fusion</a:t>
          </a:r>
          <a:endParaRPr lang="en-US" sz="900" kern="1200"/>
        </a:p>
      </dsp:txBody>
      <dsp:txXfrm>
        <a:off x="3148493" y="290682"/>
        <a:ext cx="1077300" cy="630683"/>
      </dsp:txXfrm>
    </dsp:sp>
    <dsp:sp modelId="{F11002B3-AED2-F342-846F-6F38C536D892}">
      <dsp:nvSpPr>
        <dsp:cNvPr id="0" name=""/>
        <dsp:cNvSpPr/>
      </dsp:nvSpPr>
      <dsp:spPr>
        <a:xfrm>
          <a:off x="4343670" y="46757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343670" y="522953"/>
        <a:ext cx="165694" cy="166142"/>
      </dsp:txXfrm>
    </dsp:sp>
    <dsp:sp modelId="{A2537644-4E5B-9944-BDFE-F8EEBFCBA458}">
      <dsp:nvSpPr>
        <dsp:cNvPr id="0" name=""/>
        <dsp:cNvSpPr/>
      </dsp:nvSpPr>
      <dsp:spPr>
        <a:xfrm>
          <a:off x="4692031" y="27106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Combine team data + player data + betting odds</a:t>
          </a:r>
          <a:endParaRPr lang="en-US" sz="900" kern="1200"/>
        </a:p>
      </dsp:txBody>
      <dsp:txXfrm>
        <a:off x="4711652" y="290682"/>
        <a:ext cx="1077300" cy="630683"/>
      </dsp:txXfrm>
    </dsp:sp>
    <dsp:sp modelId="{EC362BA0-5C2B-834E-9231-7888C2570B60}">
      <dsp:nvSpPr>
        <dsp:cNvPr id="0" name=""/>
        <dsp:cNvSpPr/>
      </dsp:nvSpPr>
      <dsp:spPr>
        <a:xfrm rot="5400000">
          <a:off x="5131949" y="1019145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67231" y="1039243"/>
        <a:ext cx="166142" cy="165694"/>
      </dsp:txXfrm>
    </dsp:sp>
    <dsp:sp modelId="{56F070D8-010C-8646-9941-8E940B34FC7F}">
      <dsp:nvSpPr>
        <dsp:cNvPr id="0" name=""/>
        <dsp:cNvSpPr/>
      </dsp:nvSpPr>
      <dsp:spPr>
        <a:xfrm>
          <a:off x="4692031" y="1387604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Feature Engineering</a:t>
          </a:r>
          <a:endParaRPr lang="en-US" sz="900" kern="1200"/>
        </a:p>
      </dsp:txBody>
      <dsp:txXfrm>
        <a:off x="4711652" y="1407225"/>
        <a:ext cx="1077300" cy="630683"/>
      </dsp:txXfrm>
    </dsp:sp>
    <dsp:sp modelId="{D20D2FC1-B805-A848-82D1-DD50336C577B}">
      <dsp:nvSpPr>
        <dsp:cNvPr id="0" name=""/>
        <dsp:cNvSpPr/>
      </dsp:nvSpPr>
      <dsp:spPr>
        <a:xfrm rot="10800000">
          <a:off x="4357069" y="1584115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4428081" y="1639495"/>
        <a:ext cx="165694" cy="166142"/>
      </dsp:txXfrm>
    </dsp:sp>
    <dsp:sp modelId="{B8346D16-1CBE-0943-8A30-29406AD88844}">
      <dsp:nvSpPr>
        <dsp:cNvPr id="0" name=""/>
        <dsp:cNvSpPr/>
      </dsp:nvSpPr>
      <dsp:spPr>
        <a:xfrm>
          <a:off x="3128872" y="1387604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Rolling team form (last 5 matches)</a:t>
          </a:r>
          <a:endParaRPr lang="en-US" sz="900" kern="1200"/>
        </a:p>
      </dsp:txBody>
      <dsp:txXfrm>
        <a:off x="3148493" y="1407225"/>
        <a:ext cx="1077300" cy="630683"/>
      </dsp:txXfrm>
    </dsp:sp>
    <dsp:sp modelId="{972C7022-4D37-7D40-9E3A-94D2E380DC7F}">
      <dsp:nvSpPr>
        <dsp:cNvPr id="0" name=""/>
        <dsp:cNvSpPr/>
      </dsp:nvSpPr>
      <dsp:spPr>
        <a:xfrm rot="10800000">
          <a:off x="2793909" y="1584115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864921" y="1639495"/>
        <a:ext cx="165694" cy="166142"/>
      </dsp:txXfrm>
    </dsp:sp>
    <dsp:sp modelId="{D5B0A3E7-F07E-254F-AF39-9DCB257D3368}">
      <dsp:nvSpPr>
        <dsp:cNvPr id="0" name=""/>
        <dsp:cNvSpPr/>
      </dsp:nvSpPr>
      <dsp:spPr>
        <a:xfrm>
          <a:off x="1565713" y="1387604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Player average ratings</a:t>
          </a:r>
          <a:endParaRPr lang="en-US" sz="900" kern="1200"/>
        </a:p>
      </dsp:txBody>
      <dsp:txXfrm>
        <a:off x="1585334" y="1407225"/>
        <a:ext cx="1077300" cy="630683"/>
      </dsp:txXfrm>
    </dsp:sp>
    <dsp:sp modelId="{58BED746-F845-4542-9430-D87705FDC29D}">
      <dsp:nvSpPr>
        <dsp:cNvPr id="0" name=""/>
        <dsp:cNvSpPr/>
      </dsp:nvSpPr>
      <dsp:spPr>
        <a:xfrm rot="10800000">
          <a:off x="1230750" y="1584115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301762" y="1639495"/>
        <a:ext cx="165694" cy="166142"/>
      </dsp:txXfrm>
    </dsp:sp>
    <dsp:sp modelId="{0C621914-E8E5-AC4C-B8B7-745DDC091456}">
      <dsp:nvSpPr>
        <dsp:cNvPr id="0" name=""/>
        <dsp:cNvSpPr/>
      </dsp:nvSpPr>
      <dsp:spPr>
        <a:xfrm>
          <a:off x="2553" y="1387604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Goal difference trends</a:t>
          </a:r>
          <a:endParaRPr lang="en-US" sz="900" kern="1200"/>
        </a:p>
      </dsp:txBody>
      <dsp:txXfrm>
        <a:off x="22174" y="1407225"/>
        <a:ext cx="1077300" cy="630683"/>
      </dsp:txXfrm>
    </dsp:sp>
    <dsp:sp modelId="{8EEC33E7-7EE8-4849-AD3C-FA198E4B2287}">
      <dsp:nvSpPr>
        <dsp:cNvPr id="0" name=""/>
        <dsp:cNvSpPr/>
      </dsp:nvSpPr>
      <dsp:spPr>
        <a:xfrm rot="5400000">
          <a:off x="442471" y="2135687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477753" y="2155785"/>
        <a:ext cx="166142" cy="165694"/>
      </dsp:txXfrm>
    </dsp:sp>
    <dsp:sp modelId="{6E7C103D-DFED-8041-AA94-2086481B5B51}">
      <dsp:nvSpPr>
        <dsp:cNvPr id="0" name=""/>
        <dsp:cNvSpPr/>
      </dsp:nvSpPr>
      <dsp:spPr>
        <a:xfrm>
          <a:off x="2553" y="2504146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Normalized betting odds</a:t>
          </a:r>
          <a:endParaRPr lang="en-US" sz="900" kern="1200"/>
        </a:p>
      </dsp:txBody>
      <dsp:txXfrm>
        <a:off x="22174" y="2523767"/>
        <a:ext cx="1077300" cy="630683"/>
      </dsp:txXfrm>
    </dsp:sp>
    <dsp:sp modelId="{2A7D5B4E-8436-D742-8E11-45818E0957B1}">
      <dsp:nvSpPr>
        <dsp:cNvPr id="0" name=""/>
        <dsp:cNvSpPr/>
      </dsp:nvSpPr>
      <dsp:spPr>
        <a:xfrm>
          <a:off x="1217351" y="2700658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217351" y="2756038"/>
        <a:ext cx="165694" cy="166142"/>
      </dsp:txXfrm>
    </dsp:sp>
    <dsp:sp modelId="{A9B1F8FD-BB55-7746-A793-5E0021BB1B55}">
      <dsp:nvSpPr>
        <dsp:cNvPr id="0" name=""/>
        <dsp:cNvSpPr/>
      </dsp:nvSpPr>
      <dsp:spPr>
        <a:xfrm>
          <a:off x="1565713" y="2504146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Model Development</a:t>
          </a:r>
          <a:endParaRPr lang="en-US" sz="900" kern="1200"/>
        </a:p>
      </dsp:txBody>
      <dsp:txXfrm>
        <a:off x="1585334" y="2523767"/>
        <a:ext cx="1077300" cy="630683"/>
      </dsp:txXfrm>
    </dsp:sp>
    <dsp:sp modelId="{C8E4D1C4-64D8-5148-8EF2-56C832573F4F}">
      <dsp:nvSpPr>
        <dsp:cNvPr id="0" name=""/>
        <dsp:cNvSpPr/>
      </dsp:nvSpPr>
      <dsp:spPr>
        <a:xfrm>
          <a:off x="2780511" y="2700658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0511" y="2756038"/>
        <a:ext cx="165694" cy="166142"/>
      </dsp:txXfrm>
    </dsp:sp>
    <dsp:sp modelId="{3FE9A61E-4169-F745-ACF0-EBCDB0C0DF42}">
      <dsp:nvSpPr>
        <dsp:cNvPr id="0" name=""/>
        <dsp:cNvSpPr/>
      </dsp:nvSpPr>
      <dsp:spPr>
        <a:xfrm>
          <a:off x="3128872" y="2504146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Logistic Regression</a:t>
          </a:r>
          <a:endParaRPr lang="en-US" sz="900" kern="1200"/>
        </a:p>
      </dsp:txBody>
      <dsp:txXfrm>
        <a:off x="3148493" y="2523767"/>
        <a:ext cx="1077300" cy="630683"/>
      </dsp:txXfrm>
    </dsp:sp>
    <dsp:sp modelId="{99E9AAE4-5141-1643-8B90-1EDED3B418AF}">
      <dsp:nvSpPr>
        <dsp:cNvPr id="0" name=""/>
        <dsp:cNvSpPr/>
      </dsp:nvSpPr>
      <dsp:spPr>
        <a:xfrm>
          <a:off x="4343670" y="2700658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343670" y="2756038"/>
        <a:ext cx="165694" cy="166142"/>
      </dsp:txXfrm>
    </dsp:sp>
    <dsp:sp modelId="{541872B3-E988-CB47-AC8E-962F180DCD64}">
      <dsp:nvSpPr>
        <dsp:cNvPr id="0" name=""/>
        <dsp:cNvSpPr/>
      </dsp:nvSpPr>
      <dsp:spPr>
        <a:xfrm>
          <a:off x="4692031" y="2504146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Random Forest</a:t>
          </a:r>
          <a:endParaRPr lang="en-US" sz="900" kern="1200"/>
        </a:p>
      </dsp:txBody>
      <dsp:txXfrm>
        <a:off x="4711652" y="2523767"/>
        <a:ext cx="1077300" cy="630683"/>
      </dsp:txXfrm>
    </dsp:sp>
    <dsp:sp modelId="{5A4D5291-9EED-9143-A1E5-AEE6663C8330}">
      <dsp:nvSpPr>
        <dsp:cNvPr id="0" name=""/>
        <dsp:cNvSpPr/>
      </dsp:nvSpPr>
      <dsp:spPr>
        <a:xfrm rot="5400000">
          <a:off x="5131949" y="3252230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67231" y="3272328"/>
        <a:ext cx="166142" cy="165694"/>
      </dsp:txXfrm>
    </dsp:sp>
    <dsp:sp modelId="{4772500E-24A0-B540-A147-9AFAC5404553}">
      <dsp:nvSpPr>
        <dsp:cNvPr id="0" name=""/>
        <dsp:cNvSpPr/>
      </dsp:nvSpPr>
      <dsp:spPr>
        <a:xfrm>
          <a:off x="4692031" y="3620689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XGBoost</a:t>
          </a:r>
          <a:endParaRPr lang="en-US" sz="900" kern="1200"/>
        </a:p>
      </dsp:txBody>
      <dsp:txXfrm>
        <a:off x="4711652" y="3640310"/>
        <a:ext cx="1077300" cy="630683"/>
      </dsp:txXfrm>
    </dsp:sp>
    <dsp:sp modelId="{35537157-1CAC-D242-81E7-E7A7FACD9213}">
      <dsp:nvSpPr>
        <dsp:cNvPr id="0" name=""/>
        <dsp:cNvSpPr/>
      </dsp:nvSpPr>
      <dsp:spPr>
        <a:xfrm rot="10800000">
          <a:off x="4357069" y="3817200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4428081" y="3872580"/>
        <a:ext cx="165694" cy="166142"/>
      </dsp:txXfrm>
    </dsp:sp>
    <dsp:sp modelId="{9AABC8EE-8FCE-F74D-8D51-A22E696927BF}">
      <dsp:nvSpPr>
        <dsp:cNvPr id="0" name=""/>
        <dsp:cNvSpPr/>
      </dsp:nvSpPr>
      <dsp:spPr>
        <a:xfrm>
          <a:off x="3128872" y="3620689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Performance Metrics</a:t>
          </a:r>
          <a:endParaRPr lang="en-US" sz="900" kern="1200"/>
        </a:p>
      </dsp:txBody>
      <dsp:txXfrm>
        <a:off x="3148493" y="3640310"/>
        <a:ext cx="1077300" cy="630683"/>
      </dsp:txXfrm>
    </dsp:sp>
    <dsp:sp modelId="{6124CF11-9A55-654E-A7E3-51E9B442E00A}">
      <dsp:nvSpPr>
        <dsp:cNvPr id="0" name=""/>
        <dsp:cNvSpPr/>
      </dsp:nvSpPr>
      <dsp:spPr>
        <a:xfrm rot="10800000">
          <a:off x="2793909" y="3817200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864921" y="3872580"/>
        <a:ext cx="165694" cy="166142"/>
      </dsp:txXfrm>
    </dsp:sp>
    <dsp:sp modelId="{C85D11E9-9D57-5842-8E7A-E2D73DC2DA6B}">
      <dsp:nvSpPr>
        <dsp:cNvPr id="0" name=""/>
        <dsp:cNvSpPr/>
      </dsp:nvSpPr>
      <dsp:spPr>
        <a:xfrm>
          <a:off x="1565713" y="3620689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Accuracy</a:t>
          </a:r>
          <a:endParaRPr lang="en-US" sz="900" kern="1200"/>
        </a:p>
      </dsp:txBody>
      <dsp:txXfrm>
        <a:off x="1585334" y="3640310"/>
        <a:ext cx="1077300" cy="630683"/>
      </dsp:txXfrm>
    </dsp:sp>
    <dsp:sp modelId="{B2518D89-89F6-DD45-BE2E-6E4BE2D0913F}">
      <dsp:nvSpPr>
        <dsp:cNvPr id="0" name=""/>
        <dsp:cNvSpPr/>
      </dsp:nvSpPr>
      <dsp:spPr>
        <a:xfrm rot="10800000">
          <a:off x="1230750" y="3817200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301762" y="3872580"/>
        <a:ext cx="165694" cy="166142"/>
      </dsp:txXfrm>
    </dsp:sp>
    <dsp:sp modelId="{812F21A6-E9DC-2744-8116-D442FA725069}">
      <dsp:nvSpPr>
        <dsp:cNvPr id="0" name=""/>
        <dsp:cNvSpPr/>
      </dsp:nvSpPr>
      <dsp:spPr>
        <a:xfrm>
          <a:off x="2553" y="3620689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F1-score</a:t>
          </a:r>
          <a:endParaRPr lang="en-US" sz="900" kern="1200"/>
        </a:p>
      </dsp:txBody>
      <dsp:txXfrm>
        <a:off x="22174" y="3640310"/>
        <a:ext cx="1077300" cy="630683"/>
      </dsp:txXfrm>
    </dsp:sp>
    <dsp:sp modelId="{2A5DC6DC-7254-C34C-A392-31E471378A8B}">
      <dsp:nvSpPr>
        <dsp:cNvPr id="0" name=""/>
        <dsp:cNvSpPr/>
      </dsp:nvSpPr>
      <dsp:spPr>
        <a:xfrm rot="5400000">
          <a:off x="442471" y="4368772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477753" y="4388870"/>
        <a:ext cx="166142" cy="165694"/>
      </dsp:txXfrm>
    </dsp:sp>
    <dsp:sp modelId="{BF74A9D2-2798-8E4B-85DC-BADE156496CA}">
      <dsp:nvSpPr>
        <dsp:cNvPr id="0" name=""/>
        <dsp:cNvSpPr/>
      </dsp:nvSpPr>
      <dsp:spPr>
        <a:xfrm>
          <a:off x="2553" y="473723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ROC-AUC</a:t>
          </a:r>
          <a:endParaRPr lang="en-US" sz="900" kern="1200"/>
        </a:p>
      </dsp:txBody>
      <dsp:txXfrm>
        <a:off x="22174" y="4756852"/>
        <a:ext cx="1077300" cy="630683"/>
      </dsp:txXfrm>
    </dsp:sp>
    <dsp:sp modelId="{ED02D811-649E-1849-8832-0B5CA9A1CCC3}">
      <dsp:nvSpPr>
        <dsp:cNvPr id="0" name=""/>
        <dsp:cNvSpPr/>
      </dsp:nvSpPr>
      <dsp:spPr>
        <a:xfrm>
          <a:off x="1217351" y="493374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217351" y="4989123"/>
        <a:ext cx="165694" cy="166142"/>
      </dsp:txXfrm>
    </dsp:sp>
    <dsp:sp modelId="{61278235-ACC1-CA4F-827A-7AF80B25FD64}">
      <dsp:nvSpPr>
        <dsp:cNvPr id="0" name=""/>
        <dsp:cNvSpPr/>
      </dsp:nvSpPr>
      <dsp:spPr>
        <a:xfrm>
          <a:off x="1565713" y="473723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Post-Hoc / Interpretability</a:t>
          </a:r>
          <a:endParaRPr lang="en-US" sz="900" kern="1200"/>
        </a:p>
      </dsp:txBody>
      <dsp:txXfrm>
        <a:off x="1585334" y="4756852"/>
        <a:ext cx="1077300" cy="630683"/>
      </dsp:txXfrm>
    </dsp:sp>
    <dsp:sp modelId="{5BEBA68F-A2E1-8E4A-A72C-456CBDC95BA1}">
      <dsp:nvSpPr>
        <dsp:cNvPr id="0" name=""/>
        <dsp:cNvSpPr/>
      </dsp:nvSpPr>
      <dsp:spPr>
        <a:xfrm>
          <a:off x="2780511" y="493374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0511" y="4989123"/>
        <a:ext cx="165694" cy="166142"/>
      </dsp:txXfrm>
    </dsp:sp>
    <dsp:sp modelId="{945BADEC-B7EF-AE46-9CC7-9E92DF3DCA1F}">
      <dsp:nvSpPr>
        <dsp:cNvPr id="0" name=""/>
        <dsp:cNvSpPr/>
      </dsp:nvSpPr>
      <dsp:spPr>
        <a:xfrm>
          <a:off x="3128872" y="473723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Feature importance (Gini / SHAP)</a:t>
          </a:r>
          <a:endParaRPr lang="en-US" sz="900" kern="1200"/>
        </a:p>
      </dsp:txBody>
      <dsp:txXfrm>
        <a:off x="3148493" y="4756852"/>
        <a:ext cx="1077300" cy="630683"/>
      </dsp:txXfrm>
    </dsp:sp>
    <dsp:sp modelId="{1F79A572-9B22-E04C-8E61-1A62524C3681}">
      <dsp:nvSpPr>
        <dsp:cNvPr id="0" name=""/>
        <dsp:cNvSpPr/>
      </dsp:nvSpPr>
      <dsp:spPr>
        <a:xfrm>
          <a:off x="4343670" y="4933743"/>
          <a:ext cx="236706" cy="2769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343670" y="4989123"/>
        <a:ext cx="165694" cy="166142"/>
      </dsp:txXfrm>
    </dsp:sp>
    <dsp:sp modelId="{E058FAF3-B048-D541-BDDC-F2367FD72499}">
      <dsp:nvSpPr>
        <dsp:cNvPr id="0" name=""/>
        <dsp:cNvSpPr/>
      </dsp:nvSpPr>
      <dsp:spPr>
        <a:xfrm>
          <a:off x="4692031" y="4737231"/>
          <a:ext cx="1116542" cy="669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Sensitivity analysis on odds and team form variables</a:t>
          </a:r>
          <a:endParaRPr lang="en-US" sz="900" kern="1200"/>
        </a:p>
      </dsp:txBody>
      <dsp:txXfrm>
        <a:off x="4711652" y="4756852"/>
        <a:ext cx="1077300" cy="630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CDC11-44E1-4F9B-B86D-DB35C1C0AC60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A2CEE-3269-4C38-8AB4-C155ACBBE01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76A56-2EBB-45FF-A161-541B7AA2F4F2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Uses </a:t>
          </a:r>
          <a:r>
            <a:rPr lang="en-US" sz="2200" b="1" i="0" kern="1200" baseline="0"/>
            <a:t>multi-source data fusion</a:t>
          </a:r>
          <a:endParaRPr lang="en-US" sz="2200" kern="1200"/>
        </a:p>
      </dsp:txBody>
      <dsp:txXfrm>
        <a:off x="1339618" y="2288"/>
        <a:ext cx="5024605" cy="1159843"/>
      </dsp:txXfrm>
    </dsp:sp>
    <dsp:sp modelId="{9248858C-8135-4D51-8120-8378BD8776B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8DB6F-461E-45C6-8C0B-610AA53B23B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7A2A6-365C-4FDE-BD57-A9FAE236C7C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Includes </a:t>
          </a:r>
          <a:r>
            <a:rPr lang="en-US" sz="2200" b="1" i="0" kern="1200" baseline="0"/>
            <a:t>EDA</a:t>
          </a:r>
          <a:r>
            <a:rPr lang="en-US" sz="2200" b="0" i="0" kern="1200" baseline="0"/>
            <a:t>, multiple machine learning algorithms, and </a:t>
          </a:r>
          <a:r>
            <a:rPr lang="en-US" sz="2200" b="1" i="0" kern="1200" baseline="0"/>
            <a:t>post-analysis</a:t>
          </a:r>
          <a:endParaRPr lang="en-US" sz="2200" kern="1200"/>
        </a:p>
      </dsp:txBody>
      <dsp:txXfrm>
        <a:off x="1339618" y="1452092"/>
        <a:ext cx="5024605" cy="1159843"/>
      </dsp:txXfrm>
    </dsp:sp>
    <dsp:sp modelId="{784099E1-BFE7-4695-8640-B4AD839F3753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BDA16-A178-401D-B345-E67E84523F4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4363C-913F-4813-B724-AE300F67FECA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Uses </a:t>
          </a:r>
          <a:r>
            <a:rPr lang="en-US" sz="2200" b="1" i="0" kern="1200" baseline="0"/>
            <a:t>Generative AI</a:t>
          </a:r>
          <a:r>
            <a:rPr lang="en-US" sz="2200" b="0" i="0" kern="1200" baseline="0"/>
            <a:t> for coding, debugging, and experiment design</a:t>
          </a:r>
          <a:endParaRPr lang="en-US" sz="2200" kern="1200"/>
        </a:p>
      </dsp:txBody>
      <dsp:txXfrm>
        <a:off x="1339618" y="2901896"/>
        <a:ext cx="5024605" cy="1159843"/>
      </dsp:txXfrm>
    </dsp:sp>
    <dsp:sp modelId="{D5032B0F-1A48-44D4-A7AF-9AC83A96D52D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A191A-5B77-4BAD-9D41-15F4A117307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32CF6-BB42-4D63-A93C-014233B052F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Reports multiple performance metrics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27D3-D2F0-97CF-60A1-7397B6CB4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A3CC3-8A09-13E4-F632-B281B1481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5F4FA-2C2E-399F-DD60-9FF75884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6C468-8D5C-544D-CA85-52816633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9994-C0D7-FBF4-4360-59696794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0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E71E-00A4-BA03-04B4-A57409A6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FEAD9-173A-6EEF-3843-EAFD73AF7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8BF2-86B8-4E68-638C-66A7A676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1553B-C97C-02AA-6524-5149F6DC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ABFD0-236B-5A5D-A7A1-7883EA3C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DEDC-717D-C09E-BBA8-847B8257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75642-092A-65B1-2CEE-27E4E0D98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EFCA-D12A-A9D9-2A63-E87C5ABA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F742-156A-38A5-CFAD-191842A0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C4048-7BC4-45A2-47FA-8DC1DFB9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9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2DA9-E338-0F68-D1F9-3D9ADDB1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9C3C6-459B-EB4F-9DD0-2FE474E7F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4E073-FC61-D770-44D5-9078ED77B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CA6C6-7437-EB01-4F0A-EB0C1A9B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31C1F-F108-A27C-E4EB-5800D2D3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C0FC2-9AC7-303B-485A-DF6FF96F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2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1FFF-F635-78DB-6B1F-15B034B7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0E223-F2A6-6A11-3524-DEB2BAE0E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1F2E3-505D-11B6-A75A-70B4186EA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088B8-902A-4F29-117E-6FBF56803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869F5-A100-B11F-EB9D-D15307D47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20088-63FD-A256-1D98-DEF12C13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F458B-E15D-1923-E0A8-92840552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C1014-3571-60B6-DCDC-3D501D98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0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FA9C-65BB-6660-9690-527ED412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C0B02-F60D-2741-91D3-C1E0FAE8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EB2CF-720B-00B2-42EC-61FDD7A7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99E1C-7E60-EA67-6F86-D8A58A90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2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4A98BC-A13D-1B1E-F68A-130A42FEC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7E8E4-FF8C-8EDC-E291-4053F112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A57EA-2486-5709-4B4D-BA4E828C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9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CDDA-8B01-3993-BCFD-5AB80958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5065-9052-528D-97D8-6CE07C586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F88FB-8225-7A3E-5764-6B39C36AC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4043A-7179-AEC3-FFBF-FAFE190D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8F4AB-7057-8DE9-2287-025FF09F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AEFA8-6A1F-A734-CD34-F00E24F4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5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1360-8E33-E354-EDCA-6015881D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1073C-F871-FDBA-CACB-3C161C119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3EAF6-9081-3981-A3C1-101D3EBC9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DF9CB-1497-8CE3-2047-67CFCBE1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5B69B-9C6A-7058-1C1D-F27E0CA4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05AF6-2F17-61E9-51BE-803BFA89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0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6974-502E-FC27-B48A-8445A3F3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803C6-E940-3535-35AB-BA9456147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56A3F-D21D-61AE-7858-5A0EAF84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21C5C-4BAE-A16D-682B-8F391AF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D1A5A-DC7E-7CCF-501F-547461E5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0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56232-5850-0C29-2284-A106ABC0D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D2DE-5985-13A3-914B-12026D841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F9DB4-A7FA-545D-A10E-866F237E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09A7B-5D19-44D8-DB63-3B001F2F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B478A-7F5F-9456-595B-DA0DF0DB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1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3937E-46A2-91CD-2126-6C0F4D7E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C8E21-A04F-8D85-7D59-E2B2CDA75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A87C3-047B-C34E-0EDA-CC28100F7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9DC0E-1C53-C549-9F5C-416C57F9357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A3CA8-3B0D-E84C-5974-98A2D7C75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DA584-08A8-DFD2-43C8-091614788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F1AC0-36D6-4747-8698-9A734630E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6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335B21-A85B-291C-D17D-DEB5A836F7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 amt="50000"/>
          </a:blip>
          <a:srcRect t="13832" b="189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D8C7CB-7202-DEF6-2701-44DAA63C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i="1" dirty="0">
                <a:solidFill>
                  <a:srgbClr val="FFFFFF"/>
                </a:solidFill>
              </a:rPr>
              <a:t>Predicting Football Match Outcomes Using Multi-Source Data Fusion</a:t>
            </a:r>
            <a:endParaRPr lang="en-US" sz="5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A8721-61A5-DAC9-631C-079F1042F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Team &amp; Contact Member – MOULIK JAIN</a:t>
            </a:r>
          </a:p>
        </p:txBody>
      </p:sp>
    </p:spTree>
    <p:extLst>
      <p:ext uri="{BB962C8B-B14F-4D97-AF65-F5344CB8AC3E}">
        <p14:creationId xmlns:p14="http://schemas.microsoft.com/office/powerpoint/2010/main" val="3418359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27E253-33BE-3D24-0F80-24FFA9474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A741E85F-100A-5241-6552-443BC283D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39808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61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Foosball soccer players">
            <a:extLst>
              <a:ext uri="{FF2B5EF4-FFF2-40B4-BE49-F238E27FC236}">
                <a16:creationId xmlns:a16="http://schemas.microsoft.com/office/drawing/2014/main" id="{728B47AB-77F3-7226-9DCB-31845999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8" r="311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92F479-FD30-BEB4-A72B-D15C75178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3822189" cy="18999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4000"/>
              <a:t>Data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 </a:t>
            </a:r>
            <a:endParaRPr kumimoji="0" lang="en-US" altLang="en-US" sz="4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BC55B0-1DC6-54BF-F440-26014895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54" y="1768839"/>
            <a:ext cx="4285635" cy="4408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Datasets Used</a:t>
            </a:r>
            <a:endParaRPr lang="en-US" sz="1200" dirty="0"/>
          </a:p>
          <a:p>
            <a:r>
              <a:rPr lang="en-US" sz="1200" dirty="0"/>
              <a:t>Kaggle European Soccer Database (team + match results)</a:t>
            </a:r>
          </a:p>
          <a:p>
            <a:r>
              <a:rPr lang="en-US" sz="1200" dirty="0" err="1"/>
              <a:t>FBref.com</a:t>
            </a:r>
            <a:r>
              <a:rPr lang="en-US" sz="1200" dirty="0"/>
              <a:t> (player-level performance metrics)</a:t>
            </a:r>
          </a:p>
          <a:p>
            <a:r>
              <a:rPr lang="en-US" sz="1200" dirty="0" err="1"/>
              <a:t>OddsPortal</a:t>
            </a:r>
            <a:r>
              <a:rPr lang="en-US" sz="1200" dirty="0"/>
              <a:t> (betting odds for win/draw/loss)</a:t>
            </a:r>
          </a:p>
          <a:p>
            <a:pPr marL="0" indent="0">
              <a:buNone/>
            </a:pPr>
            <a:r>
              <a:rPr lang="en-US" sz="1200" b="1" dirty="0"/>
              <a:t>Data Fusion Techniques Applied</a:t>
            </a:r>
            <a:endParaRPr lang="en-US" sz="1200" dirty="0"/>
          </a:p>
          <a:p>
            <a:r>
              <a:rPr lang="en-US" sz="1200" dirty="0"/>
              <a:t>Integrated player statistics with team results using match IDs and player participation logs</a:t>
            </a:r>
          </a:p>
          <a:p>
            <a:r>
              <a:rPr lang="en-US" sz="1200" dirty="0"/>
              <a:t>Joined betting odds to match-level data as an additional probabilistic feature</a:t>
            </a:r>
          </a:p>
          <a:p>
            <a:r>
              <a:rPr lang="en-US" sz="1200" dirty="0"/>
              <a:t>Harmonized team names, dates, and match IDs across the three data sources</a:t>
            </a:r>
          </a:p>
          <a:p>
            <a:pPr marL="0" indent="0">
              <a:buNone/>
            </a:pPr>
            <a:r>
              <a:rPr lang="en-US" sz="1200" b="1" dirty="0"/>
              <a:t>Summary</a:t>
            </a:r>
            <a:endParaRPr lang="en-US" sz="1200" dirty="0"/>
          </a:p>
          <a:p>
            <a:r>
              <a:rPr lang="en-US" sz="1200" dirty="0"/>
              <a:t>~25,000 matches</a:t>
            </a:r>
          </a:p>
          <a:p>
            <a:r>
              <a:rPr lang="en-US" sz="1200" dirty="0"/>
              <a:t>300+ clubs</a:t>
            </a:r>
          </a:p>
          <a:p>
            <a:r>
              <a:rPr lang="en-US" sz="1200" dirty="0"/>
              <a:t>150+ player metrics</a:t>
            </a:r>
          </a:p>
          <a:p>
            <a:r>
              <a:rPr lang="en-US" sz="1200" dirty="0"/>
              <a:t>15 seasons of data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094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3301B-0ED2-AD5D-FCAB-7C48C529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Approach</a:t>
            </a: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CC70F44D-F3C0-32CE-3950-590F43587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82134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159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83AEC-BB93-65B4-0F90-2A7D3B52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Key Project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F45F0764-C0FD-2D6A-2ABC-3D4E4AB09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40384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092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313EB-7F59-08DA-B7F1-CB4FBF9D3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4" y="457200"/>
            <a:ext cx="89042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3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F1B528-15AE-8A83-EB1D-CD5DC8418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838200" y="233807"/>
            <a:ext cx="10468866" cy="5888737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03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F87DFD-95C2-0817-997F-E0B7E9B0C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08" b="54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91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4F1E5EC-4D7F-1363-B2E2-F15BC481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31" r="1" b="7213"/>
          <a:stretch>
            <a:fillRect/>
          </a:stretch>
        </p:blipFill>
        <p:spPr>
          <a:xfrm>
            <a:off x="122716" y="115738"/>
            <a:ext cx="11938653" cy="661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9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background with white text and blue icons&#10;&#10;AI-generated content may be incorrect.">
            <a:extLst>
              <a:ext uri="{FF2B5EF4-FFF2-40B4-BE49-F238E27FC236}">
                <a16:creationId xmlns:a16="http://schemas.microsoft.com/office/drawing/2014/main" id="{400D85CE-E807-7D33-C1F0-F1D29B33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4" y="457200"/>
            <a:ext cx="89042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1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96832-F279-BCDD-EB43-0AFF693B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55" y="2788218"/>
            <a:ext cx="5204489" cy="881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THANKS!!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2704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287</Words>
  <Application>Microsoft Macintosh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-webkit-standard</vt:lpstr>
      <vt:lpstr>Aptos</vt:lpstr>
      <vt:lpstr>Aptos Display</vt:lpstr>
      <vt:lpstr>Arial</vt:lpstr>
      <vt:lpstr>Calibri</vt:lpstr>
      <vt:lpstr>Office Theme</vt:lpstr>
      <vt:lpstr>Predicting Football Match Outcomes Using Multi-Source Data Fusion</vt:lpstr>
      <vt:lpstr>Background</vt:lpstr>
      <vt:lpstr>Data </vt:lpstr>
      <vt:lpstr>Approach</vt:lpstr>
      <vt:lpstr>Key Project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Jain, Moulik</dc:creator>
  <cp:lastModifiedBy>Jain, Moulik</cp:lastModifiedBy>
  <cp:revision>5</cp:revision>
  <dcterms:created xsi:type="dcterms:W3CDTF">2025-12-12T21:37:25Z</dcterms:created>
  <dcterms:modified xsi:type="dcterms:W3CDTF">2026-01-30T01:43:50Z</dcterms:modified>
</cp:coreProperties>
</file>